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Kashyapi" userId="f68fc9ff0d385654" providerId="LiveId" clId="{594CE04F-AF15-4172-97C8-6C02929E5FE6}"/>
    <pc:docChg chg="undo custSel addSld delSld modSld sldOrd">
      <pc:chgData name="Shubham Kashyapi" userId="f68fc9ff0d385654" providerId="LiveId" clId="{594CE04F-AF15-4172-97C8-6C02929E5FE6}" dt="2021-06-29T13:40:49.297" v="5759" actId="6549"/>
      <pc:docMkLst>
        <pc:docMk/>
      </pc:docMkLst>
      <pc:sldChg chg="modSp mod">
        <pc:chgData name="Shubham Kashyapi" userId="f68fc9ff0d385654" providerId="LiveId" clId="{594CE04F-AF15-4172-97C8-6C02929E5FE6}" dt="2021-06-29T06:51:22.540" v="19" actId="122"/>
        <pc:sldMkLst>
          <pc:docMk/>
          <pc:sldMk cId="4206683326" sldId="256"/>
        </pc:sldMkLst>
        <pc:spChg chg="mod">
          <ac:chgData name="Shubham Kashyapi" userId="f68fc9ff0d385654" providerId="LiveId" clId="{594CE04F-AF15-4172-97C8-6C02929E5FE6}" dt="2021-06-29T06:48:08.672" v="16" actId="122"/>
          <ac:spMkLst>
            <pc:docMk/>
            <pc:sldMk cId="4206683326" sldId="256"/>
            <ac:spMk id="2" creationId="{9FD29556-61F6-45AB-A191-1F7E1412A59A}"/>
          </ac:spMkLst>
        </pc:spChg>
        <pc:spChg chg="mod">
          <ac:chgData name="Shubham Kashyapi" userId="f68fc9ff0d385654" providerId="LiveId" clId="{594CE04F-AF15-4172-97C8-6C02929E5FE6}" dt="2021-06-29T06:51:22.540" v="19" actId="122"/>
          <ac:spMkLst>
            <pc:docMk/>
            <pc:sldMk cId="4206683326" sldId="256"/>
            <ac:spMk id="3" creationId="{D6432074-D64C-47B4-875B-928327117143}"/>
          </ac:spMkLst>
        </pc:spChg>
      </pc:sldChg>
      <pc:sldChg chg="modSp mod">
        <pc:chgData name="Shubham Kashyapi" userId="f68fc9ff0d385654" providerId="LiveId" clId="{594CE04F-AF15-4172-97C8-6C02929E5FE6}" dt="2021-06-29T07:40:22.741" v="629" actId="20577"/>
        <pc:sldMkLst>
          <pc:docMk/>
          <pc:sldMk cId="4196742133" sldId="257"/>
        </pc:sldMkLst>
        <pc:spChg chg="mod">
          <ac:chgData name="Shubham Kashyapi" userId="f68fc9ff0d385654" providerId="LiveId" clId="{594CE04F-AF15-4172-97C8-6C02929E5FE6}" dt="2021-06-29T07:00:23.964" v="36" actId="20577"/>
          <ac:spMkLst>
            <pc:docMk/>
            <pc:sldMk cId="4196742133" sldId="257"/>
            <ac:spMk id="2" creationId="{E12E8A33-71BF-4EA9-97A4-DBF34C47D008}"/>
          </ac:spMkLst>
        </pc:spChg>
        <pc:spChg chg="mod">
          <ac:chgData name="Shubham Kashyapi" userId="f68fc9ff0d385654" providerId="LiveId" clId="{594CE04F-AF15-4172-97C8-6C02929E5FE6}" dt="2021-06-29T07:40:22.741" v="629" actId="20577"/>
          <ac:spMkLst>
            <pc:docMk/>
            <pc:sldMk cId="4196742133" sldId="257"/>
            <ac:spMk id="3" creationId="{3E5C47B5-45E3-4A67-A131-6474D4684C6D}"/>
          </ac:spMkLst>
        </pc:spChg>
      </pc:sldChg>
      <pc:sldChg chg="modSp add mod modAnim">
        <pc:chgData name="Shubham Kashyapi" userId="f68fc9ff0d385654" providerId="LiveId" clId="{594CE04F-AF15-4172-97C8-6C02929E5FE6}" dt="2021-06-29T09:10:48.376" v="1234" actId="20577"/>
        <pc:sldMkLst>
          <pc:docMk/>
          <pc:sldMk cId="3946452925" sldId="258"/>
        </pc:sldMkLst>
        <pc:spChg chg="mod">
          <ac:chgData name="Shubham Kashyapi" userId="f68fc9ff0d385654" providerId="LiveId" clId="{594CE04F-AF15-4172-97C8-6C02929E5FE6}" dt="2021-06-29T07:40:57.718" v="649" actId="20577"/>
          <ac:spMkLst>
            <pc:docMk/>
            <pc:sldMk cId="3946452925" sldId="258"/>
            <ac:spMk id="2" creationId="{E12E8A33-71BF-4EA9-97A4-DBF34C47D008}"/>
          </ac:spMkLst>
        </pc:spChg>
        <pc:spChg chg="mod">
          <ac:chgData name="Shubham Kashyapi" userId="f68fc9ff0d385654" providerId="LiveId" clId="{594CE04F-AF15-4172-97C8-6C02929E5FE6}" dt="2021-06-29T09:10:48.376" v="1234" actId="20577"/>
          <ac:spMkLst>
            <pc:docMk/>
            <pc:sldMk cId="3946452925" sldId="258"/>
            <ac:spMk id="3" creationId="{3E5C47B5-45E3-4A67-A131-6474D4684C6D}"/>
          </ac:spMkLst>
        </pc:spChg>
      </pc:sldChg>
      <pc:sldChg chg="addSp delSp modSp add mod modAnim">
        <pc:chgData name="Shubham Kashyapi" userId="f68fc9ff0d385654" providerId="LiveId" clId="{594CE04F-AF15-4172-97C8-6C02929E5FE6}" dt="2021-06-29T10:59:25.081" v="2522" actId="114"/>
        <pc:sldMkLst>
          <pc:docMk/>
          <pc:sldMk cId="3791041542" sldId="259"/>
        </pc:sldMkLst>
        <pc:spChg chg="mod">
          <ac:chgData name="Shubham Kashyapi" userId="f68fc9ff0d385654" providerId="LiveId" clId="{594CE04F-AF15-4172-97C8-6C02929E5FE6}" dt="2021-06-29T09:18:33.713" v="1242" actId="20577"/>
          <ac:spMkLst>
            <pc:docMk/>
            <pc:sldMk cId="3791041542" sldId="259"/>
            <ac:spMk id="2" creationId="{E12E8A33-71BF-4EA9-97A4-DBF34C47D008}"/>
          </ac:spMkLst>
        </pc:spChg>
        <pc:spChg chg="mod">
          <ac:chgData name="Shubham Kashyapi" userId="f68fc9ff0d385654" providerId="LiveId" clId="{594CE04F-AF15-4172-97C8-6C02929E5FE6}" dt="2021-06-29T10:59:25.081" v="2522" actId="114"/>
          <ac:spMkLst>
            <pc:docMk/>
            <pc:sldMk cId="3791041542" sldId="259"/>
            <ac:spMk id="3" creationId="{3E5C47B5-45E3-4A67-A131-6474D4684C6D}"/>
          </ac:spMkLst>
        </pc:spChg>
        <pc:picChg chg="add del">
          <ac:chgData name="Shubham Kashyapi" userId="f68fc9ff0d385654" providerId="LiveId" clId="{594CE04F-AF15-4172-97C8-6C02929E5FE6}" dt="2021-06-29T09:18:23.311" v="1236"/>
          <ac:picMkLst>
            <pc:docMk/>
            <pc:sldMk cId="3791041542" sldId="259"/>
            <ac:picMk id="4" creationId="{26CD1C09-A472-475F-8CD9-650D8A409FED}"/>
          </ac:picMkLst>
        </pc:picChg>
      </pc:sldChg>
      <pc:sldChg chg="addSp delSp modSp add mod modAnim">
        <pc:chgData name="Shubham Kashyapi" userId="f68fc9ff0d385654" providerId="LiveId" clId="{594CE04F-AF15-4172-97C8-6C02929E5FE6}" dt="2021-06-29T10:43:08.170" v="2437" actId="20577"/>
        <pc:sldMkLst>
          <pc:docMk/>
          <pc:sldMk cId="15341322" sldId="260"/>
        </pc:sldMkLst>
        <pc:spChg chg="mod">
          <ac:chgData name="Shubham Kashyapi" userId="f68fc9ff0d385654" providerId="LiveId" clId="{594CE04F-AF15-4172-97C8-6C02929E5FE6}" dt="2021-06-29T09:57:35.272" v="2026" actId="20577"/>
          <ac:spMkLst>
            <pc:docMk/>
            <pc:sldMk cId="15341322" sldId="260"/>
            <ac:spMk id="2" creationId="{E12E8A33-71BF-4EA9-97A4-DBF34C47D008}"/>
          </ac:spMkLst>
        </pc:spChg>
        <pc:spChg chg="mod">
          <ac:chgData name="Shubham Kashyapi" userId="f68fc9ff0d385654" providerId="LiveId" clId="{594CE04F-AF15-4172-97C8-6C02929E5FE6}" dt="2021-06-29T10:43:08.170" v="2437" actId="20577"/>
          <ac:spMkLst>
            <pc:docMk/>
            <pc:sldMk cId="15341322" sldId="260"/>
            <ac:spMk id="3" creationId="{3E5C47B5-45E3-4A67-A131-6474D4684C6D}"/>
          </ac:spMkLst>
        </pc:spChg>
        <pc:spChg chg="add del mod">
          <ac:chgData name="Shubham Kashyapi" userId="f68fc9ff0d385654" providerId="LiveId" clId="{594CE04F-AF15-4172-97C8-6C02929E5FE6}" dt="2021-06-29T10:02:02.764" v="2036"/>
          <ac:spMkLst>
            <pc:docMk/>
            <pc:sldMk cId="15341322" sldId="260"/>
            <ac:spMk id="4" creationId="{AB89C75D-70D3-47C4-9F8F-65D2C5CFC57E}"/>
          </ac:spMkLst>
        </pc:spChg>
        <pc:spChg chg="add del mod">
          <ac:chgData name="Shubham Kashyapi" userId="f68fc9ff0d385654" providerId="LiveId" clId="{594CE04F-AF15-4172-97C8-6C02929E5FE6}" dt="2021-06-29T10:02:02.764" v="2036"/>
          <ac:spMkLst>
            <pc:docMk/>
            <pc:sldMk cId="15341322" sldId="260"/>
            <ac:spMk id="5" creationId="{5EF8B08E-0948-424E-A609-C524A115A3B0}"/>
          </ac:spMkLst>
        </pc:spChg>
        <pc:spChg chg="add del mod">
          <ac:chgData name="Shubham Kashyapi" userId="f68fc9ff0d385654" providerId="LiveId" clId="{594CE04F-AF15-4172-97C8-6C02929E5FE6}" dt="2021-06-29T10:02:02.764" v="2036"/>
          <ac:spMkLst>
            <pc:docMk/>
            <pc:sldMk cId="15341322" sldId="260"/>
            <ac:spMk id="7" creationId="{04A8518C-1CD7-4F3A-BE62-F3A6B3B2E9FD}"/>
          </ac:spMkLst>
        </pc:spChg>
        <pc:spChg chg="add del mod">
          <ac:chgData name="Shubham Kashyapi" userId="f68fc9ff0d385654" providerId="LiveId" clId="{594CE04F-AF15-4172-97C8-6C02929E5FE6}" dt="2021-06-29T10:02:02.764" v="2036"/>
          <ac:spMkLst>
            <pc:docMk/>
            <pc:sldMk cId="15341322" sldId="260"/>
            <ac:spMk id="8" creationId="{70C3424C-2CC4-4BE8-AA1D-7BF6CBB2C53E}"/>
          </ac:spMkLst>
        </pc:spChg>
        <pc:spChg chg="add del mod">
          <ac:chgData name="Shubham Kashyapi" userId="f68fc9ff0d385654" providerId="LiveId" clId="{594CE04F-AF15-4172-97C8-6C02929E5FE6}" dt="2021-06-29T10:02:02.764" v="2036"/>
          <ac:spMkLst>
            <pc:docMk/>
            <pc:sldMk cId="15341322" sldId="260"/>
            <ac:spMk id="11" creationId="{2AF7ED3A-4159-48A9-A277-4B2B9D6ECD09}"/>
          </ac:spMkLst>
        </pc:spChg>
        <pc:spChg chg="add del mod">
          <ac:chgData name="Shubham Kashyapi" userId="f68fc9ff0d385654" providerId="LiveId" clId="{594CE04F-AF15-4172-97C8-6C02929E5FE6}" dt="2021-06-29T10:02:02.764" v="2036"/>
          <ac:spMkLst>
            <pc:docMk/>
            <pc:sldMk cId="15341322" sldId="260"/>
            <ac:spMk id="12" creationId="{B0EA50E8-3B6D-43BB-BB7B-F93B9F2A8BF3}"/>
          </ac:spMkLst>
        </pc:spChg>
        <pc:spChg chg="add del mod">
          <ac:chgData name="Shubham Kashyapi" userId="f68fc9ff0d385654" providerId="LiveId" clId="{594CE04F-AF15-4172-97C8-6C02929E5FE6}" dt="2021-06-29T10:02:02.764" v="2036"/>
          <ac:spMkLst>
            <pc:docMk/>
            <pc:sldMk cId="15341322" sldId="260"/>
            <ac:spMk id="15" creationId="{C97F77B9-CC55-4E1F-8C4C-6EE0E54A80AC}"/>
          </ac:spMkLst>
        </pc:spChg>
        <pc:spChg chg="add del mod">
          <ac:chgData name="Shubham Kashyapi" userId="f68fc9ff0d385654" providerId="LiveId" clId="{594CE04F-AF15-4172-97C8-6C02929E5FE6}" dt="2021-06-29T10:02:02.764" v="2036"/>
          <ac:spMkLst>
            <pc:docMk/>
            <pc:sldMk cId="15341322" sldId="260"/>
            <ac:spMk id="16" creationId="{53E64FA2-A94E-4C40-BFDE-3925F0C99004}"/>
          </ac:spMkLst>
        </pc:spChg>
        <pc:spChg chg="add del mod">
          <ac:chgData name="Shubham Kashyapi" userId="f68fc9ff0d385654" providerId="LiveId" clId="{594CE04F-AF15-4172-97C8-6C02929E5FE6}" dt="2021-06-29T10:02:02.764" v="2036"/>
          <ac:spMkLst>
            <pc:docMk/>
            <pc:sldMk cId="15341322" sldId="260"/>
            <ac:spMk id="17" creationId="{9403F9A7-2D11-4189-94F1-88175B810D5D}"/>
          </ac:spMkLst>
        </pc:spChg>
        <pc:spChg chg="add del mod">
          <ac:chgData name="Shubham Kashyapi" userId="f68fc9ff0d385654" providerId="LiveId" clId="{594CE04F-AF15-4172-97C8-6C02929E5FE6}" dt="2021-06-29T10:02:02.764" v="2036"/>
          <ac:spMkLst>
            <pc:docMk/>
            <pc:sldMk cId="15341322" sldId="260"/>
            <ac:spMk id="18" creationId="{D9BBF7EB-DCC4-41BF-88FA-089A54C76A4B}"/>
          </ac:spMkLst>
        </pc:spChg>
        <pc:spChg chg="add mod">
          <ac:chgData name="Shubham Kashyapi" userId="f68fc9ff0d385654" providerId="LiveId" clId="{594CE04F-AF15-4172-97C8-6C02929E5FE6}" dt="2021-06-29T10:13:36.333" v="2153" actId="14100"/>
          <ac:spMkLst>
            <pc:docMk/>
            <pc:sldMk cId="15341322" sldId="260"/>
            <ac:spMk id="19" creationId="{61E73B4C-7126-416F-B432-DE1A272A4C36}"/>
          </ac:spMkLst>
        </pc:spChg>
        <pc:spChg chg="add mod">
          <ac:chgData name="Shubham Kashyapi" userId="f68fc9ff0d385654" providerId="LiveId" clId="{594CE04F-AF15-4172-97C8-6C02929E5FE6}" dt="2021-06-29T10:14:27.414" v="2165"/>
          <ac:spMkLst>
            <pc:docMk/>
            <pc:sldMk cId="15341322" sldId="260"/>
            <ac:spMk id="20" creationId="{CCC0552F-7464-4139-9EC0-644D26452926}"/>
          </ac:spMkLst>
        </pc:spChg>
        <pc:spChg chg="add mod">
          <ac:chgData name="Shubham Kashyapi" userId="f68fc9ff0d385654" providerId="LiveId" clId="{594CE04F-AF15-4172-97C8-6C02929E5FE6}" dt="2021-06-29T10:14:57.784" v="2175" actId="14100"/>
          <ac:spMkLst>
            <pc:docMk/>
            <pc:sldMk cId="15341322" sldId="260"/>
            <ac:spMk id="22" creationId="{A0002912-6D09-4AD8-9538-BC6DF2119352}"/>
          </ac:spMkLst>
        </pc:spChg>
        <pc:spChg chg="add mod">
          <ac:chgData name="Shubham Kashyapi" userId="f68fc9ff0d385654" providerId="LiveId" clId="{594CE04F-AF15-4172-97C8-6C02929E5FE6}" dt="2021-06-29T10:07:42.279" v="2089" actId="14100"/>
          <ac:spMkLst>
            <pc:docMk/>
            <pc:sldMk cId="15341322" sldId="260"/>
            <ac:spMk id="23" creationId="{FB15D390-F9F8-4FDE-9A8D-241D58CDE92A}"/>
          </ac:spMkLst>
        </pc:spChg>
        <pc:spChg chg="add mod">
          <ac:chgData name="Shubham Kashyapi" userId="f68fc9ff0d385654" providerId="LiveId" clId="{594CE04F-AF15-4172-97C8-6C02929E5FE6}" dt="2021-06-29T10:14:38.364" v="2173"/>
          <ac:spMkLst>
            <pc:docMk/>
            <pc:sldMk cId="15341322" sldId="260"/>
            <ac:spMk id="26" creationId="{A37A4DB8-3702-453F-A131-BA5BCE5A3D83}"/>
          </ac:spMkLst>
        </pc:spChg>
        <pc:spChg chg="add mod">
          <ac:chgData name="Shubham Kashyapi" userId="f68fc9ff0d385654" providerId="LiveId" clId="{594CE04F-AF15-4172-97C8-6C02929E5FE6}" dt="2021-06-29T10:06:41.744" v="2082" actId="20577"/>
          <ac:spMkLst>
            <pc:docMk/>
            <pc:sldMk cId="15341322" sldId="260"/>
            <ac:spMk id="27" creationId="{6F714DD6-BFF1-49E3-A823-7CF86E60F48E}"/>
          </ac:spMkLst>
        </pc:spChg>
        <pc:spChg chg="add mod">
          <ac:chgData name="Shubham Kashyapi" userId="f68fc9ff0d385654" providerId="LiveId" clId="{594CE04F-AF15-4172-97C8-6C02929E5FE6}" dt="2021-06-29T10:09:29.953" v="2102" actId="1076"/>
          <ac:spMkLst>
            <pc:docMk/>
            <pc:sldMk cId="15341322" sldId="260"/>
            <ac:spMk id="30" creationId="{3ADE2EF6-7F3A-4322-A89B-32760854D46E}"/>
          </ac:spMkLst>
        </pc:spChg>
        <pc:spChg chg="add mod">
          <ac:chgData name="Shubham Kashyapi" userId="f68fc9ff0d385654" providerId="LiveId" clId="{594CE04F-AF15-4172-97C8-6C02929E5FE6}" dt="2021-06-29T10:10:13.292" v="2110" actId="1076"/>
          <ac:spMkLst>
            <pc:docMk/>
            <pc:sldMk cId="15341322" sldId="260"/>
            <ac:spMk id="31" creationId="{6D6DEA0C-4153-4E63-987E-7184B110B60F}"/>
          </ac:spMkLst>
        </pc:spChg>
        <pc:spChg chg="add mod">
          <ac:chgData name="Shubham Kashyapi" userId="f68fc9ff0d385654" providerId="LiveId" clId="{594CE04F-AF15-4172-97C8-6C02929E5FE6}" dt="2021-06-29T10:10:30.109" v="2113" actId="14100"/>
          <ac:spMkLst>
            <pc:docMk/>
            <pc:sldMk cId="15341322" sldId="260"/>
            <ac:spMk id="32" creationId="{15578367-C3CC-4953-9214-85DDD70C7040}"/>
          </ac:spMkLst>
        </pc:spChg>
        <pc:spChg chg="add mod">
          <ac:chgData name="Shubham Kashyapi" userId="f68fc9ff0d385654" providerId="LiveId" clId="{594CE04F-AF15-4172-97C8-6C02929E5FE6}" dt="2021-06-29T10:09:58.074" v="2109" actId="14100"/>
          <ac:spMkLst>
            <pc:docMk/>
            <pc:sldMk cId="15341322" sldId="260"/>
            <ac:spMk id="33" creationId="{1AA3B9A7-4D7A-44C1-84A1-A3229969DF6B}"/>
          </ac:spMkLst>
        </pc:spChg>
        <pc:cxnChg chg="add del mod">
          <ac:chgData name="Shubham Kashyapi" userId="f68fc9ff0d385654" providerId="LiveId" clId="{594CE04F-AF15-4172-97C8-6C02929E5FE6}" dt="2021-06-29T10:02:02.764" v="2036"/>
          <ac:cxnSpMkLst>
            <pc:docMk/>
            <pc:sldMk cId="15341322" sldId="260"/>
            <ac:cxnSpMk id="6" creationId="{2F2BED38-7042-4C48-A05E-0F69E658C27B}"/>
          </ac:cxnSpMkLst>
        </pc:cxnChg>
        <pc:cxnChg chg="add del mod">
          <ac:chgData name="Shubham Kashyapi" userId="f68fc9ff0d385654" providerId="LiveId" clId="{594CE04F-AF15-4172-97C8-6C02929E5FE6}" dt="2021-06-29T10:02:02.764" v="2036"/>
          <ac:cxnSpMkLst>
            <pc:docMk/>
            <pc:sldMk cId="15341322" sldId="260"/>
            <ac:cxnSpMk id="9" creationId="{C95B878E-C9DC-4F20-88E4-662DC84EA6C2}"/>
          </ac:cxnSpMkLst>
        </pc:cxnChg>
        <pc:cxnChg chg="add del mod">
          <ac:chgData name="Shubham Kashyapi" userId="f68fc9ff0d385654" providerId="LiveId" clId="{594CE04F-AF15-4172-97C8-6C02929E5FE6}" dt="2021-06-29T10:02:02.764" v="2036"/>
          <ac:cxnSpMkLst>
            <pc:docMk/>
            <pc:sldMk cId="15341322" sldId="260"/>
            <ac:cxnSpMk id="10" creationId="{EF98729D-AD02-44F1-8FF6-9C0487ACE466}"/>
          </ac:cxnSpMkLst>
        </pc:cxnChg>
        <pc:cxnChg chg="add del mod">
          <ac:chgData name="Shubham Kashyapi" userId="f68fc9ff0d385654" providerId="LiveId" clId="{594CE04F-AF15-4172-97C8-6C02929E5FE6}" dt="2021-06-29T10:02:02.764" v="2036"/>
          <ac:cxnSpMkLst>
            <pc:docMk/>
            <pc:sldMk cId="15341322" sldId="260"/>
            <ac:cxnSpMk id="13" creationId="{EDD6F847-C4BD-4019-94D7-9C5A461C5D1A}"/>
          </ac:cxnSpMkLst>
        </pc:cxnChg>
        <pc:cxnChg chg="add del mod">
          <ac:chgData name="Shubham Kashyapi" userId="f68fc9ff0d385654" providerId="LiveId" clId="{594CE04F-AF15-4172-97C8-6C02929E5FE6}" dt="2021-06-29T10:02:02.764" v="2036"/>
          <ac:cxnSpMkLst>
            <pc:docMk/>
            <pc:sldMk cId="15341322" sldId="260"/>
            <ac:cxnSpMk id="14" creationId="{D6E8CE46-AAE1-4D4B-8CC6-4925DC0C5C3A}"/>
          </ac:cxnSpMkLst>
        </pc:cxnChg>
        <pc:cxnChg chg="add mod">
          <ac:chgData name="Shubham Kashyapi" userId="f68fc9ff0d385654" providerId="LiveId" clId="{594CE04F-AF15-4172-97C8-6C02929E5FE6}" dt="2021-06-29T10:13:39.843" v="2154" actId="14100"/>
          <ac:cxnSpMkLst>
            <pc:docMk/>
            <pc:sldMk cId="15341322" sldId="260"/>
            <ac:cxnSpMk id="21" creationId="{F6A3DAF0-CC90-4DCE-82B2-1E109AB42BD7}"/>
          </ac:cxnSpMkLst>
        </pc:cxnChg>
        <pc:cxnChg chg="add mod">
          <ac:chgData name="Shubham Kashyapi" userId="f68fc9ff0d385654" providerId="LiveId" clId="{594CE04F-AF15-4172-97C8-6C02929E5FE6}" dt="2021-06-29T10:14:57.784" v="2175" actId="14100"/>
          <ac:cxnSpMkLst>
            <pc:docMk/>
            <pc:sldMk cId="15341322" sldId="260"/>
            <ac:cxnSpMk id="24" creationId="{9EC3E37A-6B6D-4D7C-BFBD-BF32D8109F1F}"/>
          </ac:cxnSpMkLst>
        </pc:cxnChg>
        <pc:cxnChg chg="add mod">
          <ac:chgData name="Shubham Kashyapi" userId="f68fc9ff0d385654" providerId="LiveId" clId="{594CE04F-AF15-4172-97C8-6C02929E5FE6}" dt="2021-06-29T10:04:57.019" v="2056" actId="14100"/>
          <ac:cxnSpMkLst>
            <pc:docMk/>
            <pc:sldMk cId="15341322" sldId="260"/>
            <ac:cxnSpMk id="25" creationId="{1474FBA2-D31C-4A13-A88F-72AC1BFC73EC}"/>
          </ac:cxnSpMkLst>
        </pc:cxnChg>
        <pc:cxnChg chg="add mod">
          <ac:chgData name="Shubham Kashyapi" userId="f68fc9ff0d385654" providerId="LiveId" clId="{594CE04F-AF15-4172-97C8-6C02929E5FE6}" dt="2021-06-29T10:14:57.784" v="2175" actId="14100"/>
          <ac:cxnSpMkLst>
            <pc:docMk/>
            <pc:sldMk cId="15341322" sldId="260"/>
            <ac:cxnSpMk id="28" creationId="{A4C4DA93-62C1-4E2D-B034-6561B4D5D613}"/>
          </ac:cxnSpMkLst>
        </pc:cxnChg>
        <pc:cxnChg chg="add mod">
          <ac:chgData name="Shubham Kashyapi" userId="f68fc9ff0d385654" providerId="LiveId" clId="{594CE04F-AF15-4172-97C8-6C02929E5FE6}" dt="2021-06-29T10:13:44.189" v="2155" actId="14100"/>
          <ac:cxnSpMkLst>
            <pc:docMk/>
            <pc:sldMk cId="15341322" sldId="260"/>
            <ac:cxnSpMk id="29" creationId="{2B3C5E74-A264-4925-B975-BB9928D34FB0}"/>
          </ac:cxnSpMkLst>
        </pc:cxnChg>
      </pc:sldChg>
      <pc:sldChg chg="addSp delSp modSp add mod modAnim">
        <pc:chgData name="Shubham Kashyapi" userId="f68fc9ff0d385654" providerId="LiveId" clId="{594CE04F-AF15-4172-97C8-6C02929E5FE6}" dt="2021-06-29T10:52:47.217" v="2496" actId="14100"/>
        <pc:sldMkLst>
          <pc:docMk/>
          <pc:sldMk cId="1658212410" sldId="261"/>
        </pc:sldMkLst>
        <pc:spChg chg="mod">
          <ac:chgData name="Shubham Kashyapi" userId="f68fc9ff0d385654" providerId="LiveId" clId="{594CE04F-AF15-4172-97C8-6C02929E5FE6}" dt="2021-06-29T10:46:43.705" v="2475" actId="1076"/>
          <ac:spMkLst>
            <pc:docMk/>
            <pc:sldMk cId="1658212410" sldId="261"/>
            <ac:spMk id="2" creationId="{E12E8A33-71BF-4EA9-97A4-DBF34C47D008}"/>
          </ac:spMkLst>
        </pc:spChg>
        <pc:spChg chg="mod">
          <ac:chgData name="Shubham Kashyapi" userId="f68fc9ff0d385654" providerId="LiveId" clId="{594CE04F-AF15-4172-97C8-6C02929E5FE6}" dt="2021-06-29T10:49:40.028" v="2488" actId="5793"/>
          <ac:spMkLst>
            <pc:docMk/>
            <pc:sldMk cId="1658212410" sldId="261"/>
            <ac:spMk id="3" creationId="{3E5C47B5-45E3-4A67-A131-6474D4684C6D}"/>
          </ac:spMkLst>
        </pc:spChg>
        <pc:spChg chg="add mod">
          <ac:chgData name="Shubham Kashyapi" userId="f68fc9ff0d385654" providerId="LiveId" clId="{594CE04F-AF15-4172-97C8-6C02929E5FE6}" dt="2021-06-29T10:40:05.247" v="2351" actId="122"/>
          <ac:spMkLst>
            <pc:docMk/>
            <pc:sldMk cId="1658212410" sldId="261"/>
            <ac:spMk id="15" creationId="{38CFB5C8-7D8F-416C-9A60-DFE099E33292}"/>
          </ac:spMkLst>
        </pc:spChg>
        <pc:spChg chg="add del mod">
          <ac:chgData name="Shubham Kashyapi" userId="f68fc9ff0d385654" providerId="LiveId" clId="{594CE04F-AF15-4172-97C8-6C02929E5FE6}" dt="2021-06-29T10:34:11.060" v="2300"/>
          <ac:spMkLst>
            <pc:docMk/>
            <pc:sldMk cId="1658212410" sldId="261"/>
            <ac:spMk id="16" creationId="{601C3200-41F1-4DC7-A624-0B9D3BA2B721}"/>
          </ac:spMkLst>
        </pc:spChg>
        <pc:spChg chg="add mod">
          <ac:chgData name="Shubham Kashyapi" userId="f68fc9ff0d385654" providerId="LiveId" clId="{594CE04F-AF15-4172-97C8-6C02929E5FE6}" dt="2021-06-29T10:49:26.829" v="2486" actId="1076"/>
          <ac:spMkLst>
            <pc:docMk/>
            <pc:sldMk cId="1658212410" sldId="261"/>
            <ac:spMk id="25" creationId="{CF7BA2E9-9BB0-45AA-8B90-39B7DD3E4425}"/>
          </ac:spMkLst>
        </pc:spChg>
        <pc:spChg chg="add mod">
          <ac:chgData name="Shubham Kashyapi" userId="f68fc9ff0d385654" providerId="LiveId" clId="{594CE04F-AF15-4172-97C8-6C02929E5FE6}" dt="2021-06-29T10:49:32.273" v="2487" actId="1076"/>
          <ac:spMkLst>
            <pc:docMk/>
            <pc:sldMk cId="1658212410" sldId="261"/>
            <ac:spMk id="26" creationId="{B9E9CBA7-C813-4E84-B3DF-0160E4AB789C}"/>
          </ac:spMkLst>
        </pc:spChg>
        <pc:spChg chg="add mod">
          <ac:chgData name="Shubham Kashyapi" userId="f68fc9ff0d385654" providerId="LiveId" clId="{594CE04F-AF15-4172-97C8-6C02929E5FE6}" dt="2021-06-29T10:48:55.578" v="2480" actId="1076"/>
          <ac:spMkLst>
            <pc:docMk/>
            <pc:sldMk cId="1658212410" sldId="261"/>
            <ac:spMk id="27" creationId="{E4A19694-7ED8-4B90-8758-FEC9D77D3A28}"/>
          </ac:spMkLst>
        </pc:spChg>
        <pc:spChg chg="add mod">
          <ac:chgData name="Shubham Kashyapi" userId="f68fc9ff0d385654" providerId="LiveId" clId="{594CE04F-AF15-4172-97C8-6C02929E5FE6}" dt="2021-06-29T10:49:00.303" v="2481" actId="1076"/>
          <ac:spMkLst>
            <pc:docMk/>
            <pc:sldMk cId="1658212410" sldId="261"/>
            <ac:spMk id="28" creationId="{E9DC356F-70C0-4E0C-9062-7E026814EE76}"/>
          </ac:spMkLst>
        </pc:spChg>
        <pc:picChg chg="add mod">
          <ac:chgData name="Shubham Kashyapi" userId="f68fc9ff0d385654" providerId="LiveId" clId="{594CE04F-AF15-4172-97C8-6C02929E5FE6}" dt="2021-06-29T10:27:05.322" v="2297" actId="1076"/>
          <ac:picMkLst>
            <pc:docMk/>
            <pc:sldMk cId="1658212410" sldId="261"/>
            <ac:picMk id="5" creationId="{485B035D-F5C0-46C3-9862-CE2BD150BE3D}"/>
          </ac:picMkLst>
        </pc:picChg>
        <pc:picChg chg="add del mod">
          <ac:chgData name="Shubham Kashyapi" userId="f68fc9ff0d385654" providerId="LiveId" clId="{594CE04F-AF15-4172-97C8-6C02929E5FE6}" dt="2021-06-29T10:37:23.451" v="2327" actId="478"/>
          <ac:picMkLst>
            <pc:docMk/>
            <pc:sldMk cId="1658212410" sldId="261"/>
            <ac:picMk id="7" creationId="{CAA62975-62EA-4A10-AFE3-923C5895EBD7}"/>
          </ac:picMkLst>
        </pc:picChg>
        <pc:picChg chg="add del mod">
          <ac:chgData name="Shubham Kashyapi" userId="f68fc9ff0d385654" providerId="LiveId" clId="{594CE04F-AF15-4172-97C8-6C02929E5FE6}" dt="2021-06-29T10:37:24.852" v="2328" actId="478"/>
          <ac:picMkLst>
            <pc:docMk/>
            <pc:sldMk cId="1658212410" sldId="261"/>
            <ac:picMk id="9" creationId="{791D2B03-3202-4A31-BEC1-E3A507128778}"/>
          </ac:picMkLst>
        </pc:picChg>
        <pc:picChg chg="add del mod">
          <ac:chgData name="Shubham Kashyapi" userId="f68fc9ff0d385654" providerId="LiveId" clId="{594CE04F-AF15-4172-97C8-6C02929E5FE6}" dt="2021-06-29T10:37:26.408" v="2329" actId="478"/>
          <ac:picMkLst>
            <pc:docMk/>
            <pc:sldMk cId="1658212410" sldId="261"/>
            <ac:picMk id="11" creationId="{526D1E36-5675-49D5-8F57-B7094DF93F3B}"/>
          </ac:picMkLst>
        </pc:picChg>
        <pc:picChg chg="add del mod">
          <ac:chgData name="Shubham Kashyapi" userId="f68fc9ff0d385654" providerId="LiveId" clId="{594CE04F-AF15-4172-97C8-6C02929E5FE6}" dt="2021-06-29T10:37:27.929" v="2330" actId="478"/>
          <ac:picMkLst>
            <pc:docMk/>
            <pc:sldMk cId="1658212410" sldId="261"/>
            <ac:picMk id="13" creationId="{7FD142BF-3C5C-4F66-9E07-C25E42DC710D}"/>
          </ac:picMkLst>
        </pc:picChg>
        <pc:picChg chg="add mod">
          <ac:chgData name="Shubham Kashyapi" userId="f68fc9ff0d385654" providerId="LiveId" clId="{594CE04F-AF15-4172-97C8-6C02929E5FE6}" dt="2021-06-29T10:23:19.023" v="2237" actId="571"/>
          <ac:picMkLst>
            <pc:docMk/>
            <pc:sldMk cId="1658212410" sldId="261"/>
            <ac:picMk id="14" creationId="{3325514D-44DA-48F9-B7C2-A6A79159BB82}"/>
          </ac:picMkLst>
        </pc:picChg>
        <pc:picChg chg="add mod">
          <ac:chgData name="Shubham Kashyapi" userId="f68fc9ff0d385654" providerId="LiveId" clId="{594CE04F-AF15-4172-97C8-6C02929E5FE6}" dt="2021-06-29T10:51:05.766" v="2490" actId="14100"/>
          <ac:picMkLst>
            <pc:docMk/>
            <pc:sldMk cId="1658212410" sldId="261"/>
            <ac:picMk id="18" creationId="{993BBEE4-4348-4344-BB30-700F701FF1D4}"/>
          </ac:picMkLst>
        </pc:picChg>
        <pc:picChg chg="add mod">
          <ac:chgData name="Shubham Kashyapi" userId="f68fc9ff0d385654" providerId="LiveId" clId="{594CE04F-AF15-4172-97C8-6C02929E5FE6}" dt="2021-06-29T10:51:13.417" v="2491" actId="14100"/>
          <ac:picMkLst>
            <pc:docMk/>
            <pc:sldMk cId="1658212410" sldId="261"/>
            <ac:picMk id="20" creationId="{BB795E49-F17E-4EA2-9285-A821EF01B203}"/>
          </ac:picMkLst>
        </pc:picChg>
        <pc:picChg chg="add mod">
          <ac:chgData name="Shubham Kashyapi" userId="f68fc9ff0d385654" providerId="LiveId" clId="{594CE04F-AF15-4172-97C8-6C02929E5FE6}" dt="2021-06-29T10:52:47.217" v="2496" actId="14100"/>
          <ac:picMkLst>
            <pc:docMk/>
            <pc:sldMk cId="1658212410" sldId="261"/>
            <ac:picMk id="22" creationId="{57BB55A0-9740-4DEC-89AF-4C6404A65880}"/>
          </ac:picMkLst>
        </pc:picChg>
        <pc:picChg chg="add mod">
          <ac:chgData name="Shubham Kashyapi" userId="f68fc9ff0d385654" providerId="LiveId" clId="{594CE04F-AF15-4172-97C8-6C02929E5FE6}" dt="2021-06-29T10:52:34.470" v="2494" actId="14100"/>
          <ac:picMkLst>
            <pc:docMk/>
            <pc:sldMk cId="1658212410" sldId="261"/>
            <ac:picMk id="24" creationId="{D5F685BD-31B5-4271-A94D-3B921F06FE38}"/>
          </ac:picMkLst>
        </pc:picChg>
      </pc:sldChg>
      <pc:sldChg chg="addSp delSp modSp add mod modAnim">
        <pc:chgData name="Shubham Kashyapi" userId="f68fc9ff0d385654" providerId="LiveId" clId="{594CE04F-AF15-4172-97C8-6C02929E5FE6}" dt="2021-06-29T11:30:02.854" v="3418"/>
        <pc:sldMkLst>
          <pc:docMk/>
          <pc:sldMk cId="772669500" sldId="262"/>
        </pc:sldMkLst>
        <pc:spChg chg="mod">
          <ac:chgData name="Shubham Kashyapi" userId="f68fc9ff0d385654" providerId="LiveId" clId="{594CE04F-AF15-4172-97C8-6C02929E5FE6}" dt="2021-06-29T10:53:40.533" v="2518" actId="20577"/>
          <ac:spMkLst>
            <pc:docMk/>
            <pc:sldMk cId="772669500" sldId="262"/>
            <ac:spMk id="2" creationId="{E12E8A33-71BF-4EA9-97A4-DBF34C47D008}"/>
          </ac:spMkLst>
        </pc:spChg>
        <pc:spChg chg="mod">
          <ac:chgData name="Shubham Kashyapi" userId="f68fc9ff0d385654" providerId="LiveId" clId="{594CE04F-AF15-4172-97C8-6C02929E5FE6}" dt="2021-06-29T11:28:37.568" v="3407" actId="1076"/>
          <ac:spMkLst>
            <pc:docMk/>
            <pc:sldMk cId="772669500" sldId="262"/>
            <ac:spMk id="3" creationId="{3E5C47B5-45E3-4A67-A131-6474D4684C6D}"/>
          </ac:spMkLst>
        </pc:spChg>
        <pc:spChg chg="add mod">
          <ac:chgData name="Shubham Kashyapi" userId="f68fc9ff0d385654" providerId="LiveId" clId="{594CE04F-AF15-4172-97C8-6C02929E5FE6}" dt="2021-06-29T11:28:47.569" v="3410" actId="1076"/>
          <ac:spMkLst>
            <pc:docMk/>
            <pc:sldMk cId="772669500" sldId="262"/>
            <ac:spMk id="10" creationId="{909C9F4F-E1D3-4652-8C81-CA217E0B6D88}"/>
          </ac:spMkLst>
        </pc:spChg>
        <pc:picChg chg="add del mod">
          <ac:chgData name="Shubham Kashyapi" userId="f68fc9ff0d385654" providerId="LiveId" clId="{594CE04F-AF15-4172-97C8-6C02929E5FE6}" dt="2021-06-29T11:23:30.774" v="3347" actId="478"/>
          <ac:picMkLst>
            <pc:docMk/>
            <pc:sldMk cId="772669500" sldId="262"/>
            <ac:picMk id="5" creationId="{903435F0-D170-4D97-85C1-4E22597FF564}"/>
          </ac:picMkLst>
        </pc:picChg>
        <pc:picChg chg="add mod">
          <ac:chgData name="Shubham Kashyapi" userId="f68fc9ff0d385654" providerId="LiveId" clId="{594CE04F-AF15-4172-97C8-6C02929E5FE6}" dt="2021-06-29T11:29:45.013" v="3417" actId="14100"/>
          <ac:picMkLst>
            <pc:docMk/>
            <pc:sldMk cId="772669500" sldId="262"/>
            <ac:picMk id="7" creationId="{647B2D4C-E6CC-4DFC-8A9B-86277C96A588}"/>
          </ac:picMkLst>
        </pc:picChg>
        <pc:picChg chg="add mod">
          <ac:chgData name="Shubham Kashyapi" userId="f68fc9ff0d385654" providerId="LiveId" clId="{594CE04F-AF15-4172-97C8-6C02929E5FE6}" dt="2021-06-29T11:28:43.975" v="3409" actId="1076"/>
          <ac:picMkLst>
            <pc:docMk/>
            <pc:sldMk cId="772669500" sldId="262"/>
            <ac:picMk id="9" creationId="{0960DBC4-AF85-4276-976F-CA5145B351EC}"/>
          </ac:picMkLst>
        </pc:picChg>
      </pc:sldChg>
      <pc:sldChg chg="addSp delSp modSp add mod modAnim">
        <pc:chgData name="Shubham Kashyapi" userId="f68fc9ff0d385654" providerId="LiveId" clId="{594CE04F-AF15-4172-97C8-6C02929E5FE6}" dt="2021-06-29T13:22:11.940" v="5350" actId="20577"/>
        <pc:sldMkLst>
          <pc:docMk/>
          <pc:sldMk cId="3809668882" sldId="263"/>
        </pc:sldMkLst>
        <pc:spChg chg="mod">
          <ac:chgData name="Shubham Kashyapi" userId="f68fc9ff0d385654" providerId="LiveId" clId="{594CE04F-AF15-4172-97C8-6C02929E5FE6}" dt="2021-06-29T11:42:37.714" v="3489" actId="20577"/>
          <ac:spMkLst>
            <pc:docMk/>
            <pc:sldMk cId="3809668882" sldId="263"/>
            <ac:spMk id="2" creationId="{E12E8A33-71BF-4EA9-97A4-DBF34C47D008}"/>
          </ac:spMkLst>
        </pc:spChg>
        <pc:spChg chg="mod">
          <ac:chgData name="Shubham Kashyapi" userId="f68fc9ff0d385654" providerId="LiveId" clId="{594CE04F-AF15-4172-97C8-6C02929E5FE6}" dt="2021-06-29T13:22:11.940" v="5350" actId="20577"/>
          <ac:spMkLst>
            <pc:docMk/>
            <pc:sldMk cId="3809668882" sldId="263"/>
            <ac:spMk id="3" creationId="{3E5C47B5-45E3-4A67-A131-6474D4684C6D}"/>
          </ac:spMkLst>
        </pc:spChg>
        <pc:spChg chg="add mod">
          <ac:chgData name="Shubham Kashyapi" userId="f68fc9ff0d385654" providerId="LiveId" clId="{594CE04F-AF15-4172-97C8-6C02929E5FE6}" dt="2021-06-29T12:15:28.457" v="4153" actId="1076"/>
          <ac:spMkLst>
            <pc:docMk/>
            <pc:sldMk cId="3809668882" sldId="263"/>
            <ac:spMk id="6" creationId="{3984B9D2-3EC4-4F01-ACEE-C4B311C7E857}"/>
          </ac:spMkLst>
        </pc:spChg>
        <pc:spChg chg="add del mod">
          <ac:chgData name="Shubham Kashyapi" userId="f68fc9ff0d385654" providerId="LiveId" clId="{594CE04F-AF15-4172-97C8-6C02929E5FE6}" dt="2021-06-29T12:11:38.451" v="4101"/>
          <ac:spMkLst>
            <pc:docMk/>
            <pc:sldMk cId="3809668882" sldId="263"/>
            <ac:spMk id="8" creationId="{5E828949-17EC-4FB7-A2FA-B84A47ED0238}"/>
          </ac:spMkLst>
        </pc:spChg>
        <pc:spChg chg="add del mod">
          <ac:chgData name="Shubham Kashyapi" userId="f68fc9ff0d385654" providerId="LiveId" clId="{594CE04F-AF15-4172-97C8-6C02929E5FE6}" dt="2021-06-29T12:11:38.451" v="4103"/>
          <ac:spMkLst>
            <pc:docMk/>
            <pc:sldMk cId="3809668882" sldId="263"/>
            <ac:spMk id="9" creationId="{51E257DD-DFED-4837-8773-C656F5A6BCE1}"/>
          </ac:spMkLst>
        </pc:spChg>
        <pc:spChg chg="add del mod">
          <ac:chgData name="Shubham Kashyapi" userId="f68fc9ff0d385654" providerId="LiveId" clId="{594CE04F-AF15-4172-97C8-6C02929E5FE6}" dt="2021-06-29T12:11:38.451" v="4105"/>
          <ac:spMkLst>
            <pc:docMk/>
            <pc:sldMk cId="3809668882" sldId="263"/>
            <ac:spMk id="10" creationId="{C6743306-E01D-47C5-AAF3-A1BFA3D11E44}"/>
          </ac:spMkLst>
        </pc:spChg>
        <pc:spChg chg="add del mod">
          <ac:chgData name="Shubham Kashyapi" userId="f68fc9ff0d385654" providerId="LiveId" clId="{594CE04F-AF15-4172-97C8-6C02929E5FE6}" dt="2021-06-29T12:11:38.452" v="4107"/>
          <ac:spMkLst>
            <pc:docMk/>
            <pc:sldMk cId="3809668882" sldId="263"/>
            <ac:spMk id="11" creationId="{944C8446-382F-4500-AD6D-A0D48F14F4BF}"/>
          </ac:spMkLst>
        </pc:spChg>
        <pc:spChg chg="add mod">
          <ac:chgData name="Shubham Kashyapi" userId="f68fc9ff0d385654" providerId="LiveId" clId="{594CE04F-AF15-4172-97C8-6C02929E5FE6}" dt="2021-06-29T12:12:59.670" v="4120" actId="6549"/>
          <ac:spMkLst>
            <pc:docMk/>
            <pc:sldMk cId="3809668882" sldId="263"/>
            <ac:spMk id="12" creationId="{C46A564A-9073-402F-9667-86492AD957AC}"/>
          </ac:spMkLst>
        </pc:spChg>
        <pc:picChg chg="add mod">
          <ac:chgData name="Shubham Kashyapi" userId="f68fc9ff0d385654" providerId="LiveId" clId="{594CE04F-AF15-4172-97C8-6C02929E5FE6}" dt="2021-06-29T12:15:24.415" v="4152" actId="1076"/>
          <ac:picMkLst>
            <pc:docMk/>
            <pc:sldMk cId="3809668882" sldId="263"/>
            <ac:picMk id="5" creationId="{B46F1C03-73A2-4CC5-9817-62327C2EEA60}"/>
          </ac:picMkLst>
        </pc:picChg>
      </pc:sldChg>
      <pc:sldChg chg="addSp modSp add mod modAnim">
        <pc:chgData name="Shubham Kashyapi" userId="f68fc9ff0d385654" providerId="LiveId" clId="{594CE04F-AF15-4172-97C8-6C02929E5FE6}" dt="2021-06-29T12:24:38.701" v="4267" actId="14100"/>
        <pc:sldMkLst>
          <pc:docMk/>
          <pc:sldMk cId="2330220437" sldId="264"/>
        </pc:sldMkLst>
        <pc:spChg chg="mod">
          <ac:chgData name="Shubham Kashyapi" userId="f68fc9ff0d385654" providerId="LiveId" clId="{594CE04F-AF15-4172-97C8-6C02929E5FE6}" dt="2021-06-29T12:14:48.384" v="4149" actId="20577"/>
          <ac:spMkLst>
            <pc:docMk/>
            <pc:sldMk cId="2330220437" sldId="264"/>
            <ac:spMk id="2" creationId="{E12E8A33-71BF-4EA9-97A4-DBF34C47D008}"/>
          </ac:spMkLst>
        </pc:spChg>
        <pc:spChg chg="mod">
          <ac:chgData name="Shubham Kashyapi" userId="f68fc9ff0d385654" providerId="LiveId" clId="{594CE04F-AF15-4172-97C8-6C02929E5FE6}" dt="2021-06-29T12:20:24.097" v="4182"/>
          <ac:spMkLst>
            <pc:docMk/>
            <pc:sldMk cId="2330220437" sldId="264"/>
            <ac:spMk id="3" creationId="{3E5C47B5-45E3-4A67-A131-6474D4684C6D}"/>
          </ac:spMkLst>
        </pc:spChg>
        <pc:spChg chg="add mod">
          <ac:chgData name="Shubham Kashyapi" userId="f68fc9ff0d385654" providerId="LiveId" clId="{594CE04F-AF15-4172-97C8-6C02929E5FE6}" dt="2021-06-29T12:21:44.453" v="4229" actId="14100"/>
          <ac:spMkLst>
            <pc:docMk/>
            <pc:sldMk cId="2330220437" sldId="264"/>
            <ac:spMk id="9" creationId="{44FA7D9D-6D73-4192-9F46-23D21434AFF7}"/>
          </ac:spMkLst>
        </pc:spChg>
        <pc:spChg chg="add mod">
          <ac:chgData name="Shubham Kashyapi" userId="f68fc9ff0d385654" providerId="LiveId" clId="{594CE04F-AF15-4172-97C8-6C02929E5FE6}" dt="2021-06-29T12:22:35.476" v="4243" actId="20577"/>
          <ac:spMkLst>
            <pc:docMk/>
            <pc:sldMk cId="2330220437" sldId="264"/>
            <ac:spMk id="10" creationId="{1898D7E0-9E64-4560-B69A-E98B9DAF98CB}"/>
          </ac:spMkLst>
        </pc:spChg>
        <pc:picChg chg="add mod">
          <ac:chgData name="Shubham Kashyapi" userId="f68fc9ff0d385654" providerId="LiveId" clId="{594CE04F-AF15-4172-97C8-6C02929E5FE6}" dt="2021-06-29T12:18:02.406" v="4165" actId="14100"/>
          <ac:picMkLst>
            <pc:docMk/>
            <pc:sldMk cId="2330220437" sldId="264"/>
            <ac:picMk id="6" creationId="{DDB37C2C-8098-489B-BDBF-AD3C304A04BC}"/>
          </ac:picMkLst>
        </pc:picChg>
        <pc:picChg chg="add mod">
          <ac:chgData name="Shubham Kashyapi" userId="f68fc9ff0d385654" providerId="LiveId" clId="{594CE04F-AF15-4172-97C8-6C02929E5FE6}" dt="2021-06-29T12:24:38.701" v="4267" actId="14100"/>
          <ac:picMkLst>
            <pc:docMk/>
            <pc:sldMk cId="2330220437" sldId="264"/>
            <ac:picMk id="8" creationId="{C2240EB8-8503-416C-9D23-56EFB51CBE43}"/>
          </ac:picMkLst>
        </pc:picChg>
      </pc:sldChg>
      <pc:sldChg chg="modSp add mod modAnim">
        <pc:chgData name="Shubham Kashyapi" userId="f68fc9ff0d385654" providerId="LiveId" clId="{594CE04F-AF15-4172-97C8-6C02929E5FE6}" dt="2021-06-29T13:05:33.886" v="4970"/>
        <pc:sldMkLst>
          <pc:docMk/>
          <pc:sldMk cId="3171857151" sldId="265"/>
        </pc:sldMkLst>
        <pc:spChg chg="mod">
          <ac:chgData name="Shubham Kashyapi" userId="f68fc9ff0d385654" providerId="LiveId" clId="{594CE04F-AF15-4172-97C8-6C02929E5FE6}" dt="2021-06-29T12:23:46.506" v="4263" actId="20577"/>
          <ac:spMkLst>
            <pc:docMk/>
            <pc:sldMk cId="3171857151" sldId="265"/>
            <ac:spMk id="2" creationId="{E12E8A33-71BF-4EA9-97A4-DBF34C47D008}"/>
          </ac:spMkLst>
        </pc:spChg>
        <pc:spChg chg="mod">
          <ac:chgData name="Shubham Kashyapi" userId="f68fc9ff0d385654" providerId="LiveId" clId="{594CE04F-AF15-4172-97C8-6C02929E5FE6}" dt="2021-06-29T12:53:35.288" v="4855" actId="255"/>
          <ac:spMkLst>
            <pc:docMk/>
            <pc:sldMk cId="3171857151" sldId="265"/>
            <ac:spMk id="3" creationId="{3E5C47B5-45E3-4A67-A131-6474D4684C6D}"/>
          </ac:spMkLst>
        </pc:spChg>
      </pc:sldChg>
      <pc:sldChg chg="new del">
        <pc:chgData name="Shubham Kashyapi" userId="f68fc9ff0d385654" providerId="LiveId" clId="{594CE04F-AF15-4172-97C8-6C02929E5FE6}" dt="2021-06-29T12:23:21.644" v="4245" actId="47"/>
        <pc:sldMkLst>
          <pc:docMk/>
          <pc:sldMk cId="3521210733" sldId="265"/>
        </pc:sldMkLst>
      </pc:sldChg>
      <pc:sldChg chg="addSp delSp modSp add mod modAnim">
        <pc:chgData name="Shubham Kashyapi" userId="f68fc9ff0d385654" providerId="LiveId" clId="{594CE04F-AF15-4172-97C8-6C02929E5FE6}" dt="2021-06-29T13:01:42.917" v="4969" actId="1076"/>
        <pc:sldMkLst>
          <pc:docMk/>
          <pc:sldMk cId="1546511418" sldId="266"/>
        </pc:sldMkLst>
        <pc:spChg chg="mod">
          <ac:chgData name="Shubham Kashyapi" userId="f68fc9ff0d385654" providerId="LiveId" clId="{594CE04F-AF15-4172-97C8-6C02929E5FE6}" dt="2021-06-29T12:40:04.701" v="4385" actId="20577"/>
          <ac:spMkLst>
            <pc:docMk/>
            <pc:sldMk cId="1546511418" sldId="266"/>
            <ac:spMk id="2" creationId="{E12E8A33-71BF-4EA9-97A4-DBF34C47D008}"/>
          </ac:spMkLst>
        </pc:spChg>
        <pc:spChg chg="mod">
          <ac:chgData name="Shubham Kashyapi" userId="f68fc9ff0d385654" providerId="LiveId" clId="{594CE04F-AF15-4172-97C8-6C02929E5FE6}" dt="2021-06-29T12:57:38.661" v="4945" actId="14100"/>
          <ac:spMkLst>
            <pc:docMk/>
            <pc:sldMk cId="1546511418" sldId="266"/>
            <ac:spMk id="3" creationId="{3E5C47B5-45E3-4A67-A131-6474D4684C6D}"/>
          </ac:spMkLst>
        </pc:spChg>
        <pc:spChg chg="add mod">
          <ac:chgData name="Shubham Kashyapi" userId="f68fc9ff0d385654" providerId="LiveId" clId="{594CE04F-AF15-4172-97C8-6C02929E5FE6}" dt="2021-06-29T13:01:42.917" v="4969" actId="1076"/>
          <ac:spMkLst>
            <pc:docMk/>
            <pc:sldMk cId="1546511418" sldId="266"/>
            <ac:spMk id="11" creationId="{954C3BBE-CAE7-4C2E-B8DD-CABFABC7C662}"/>
          </ac:spMkLst>
        </pc:spChg>
        <pc:picChg chg="add mod">
          <ac:chgData name="Shubham Kashyapi" userId="f68fc9ff0d385654" providerId="LiveId" clId="{594CE04F-AF15-4172-97C8-6C02929E5FE6}" dt="2021-06-29T13:01:32.578" v="4967" actId="14100"/>
          <ac:picMkLst>
            <pc:docMk/>
            <pc:sldMk cId="1546511418" sldId="266"/>
            <ac:picMk id="6" creationId="{E2A3FF2E-AD2C-4D31-8AAE-9AE76C128B41}"/>
          </ac:picMkLst>
        </pc:picChg>
        <pc:picChg chg="add del mod">
          <ac:chgData name="Shubham Kashyapi" userId="f68fc9ff0d385654" providerId="LiveId" clId="{594CE04F-AF15-4172-97C8-6C02929E5FE6}" dt="2021-06-29T12:58:42.883" v="4952" actId="931"/>
          <ac:picMkLst>
            <pc:docMk/>
            <pc:sldMk cId="1546511418" sldId="266"/>
            <ac:picMk id="8" creationId="{B5330818-1459-4374-A60D-BF375C947414}"/>
          </ac:picMkLst>
        </pc:picChg>
        <pc:picChg chg="add mod">
          <ac:chgData name="Shubham Kashyapi" userId="f68fc9ff0d385654" providerId="LiveId" clId="{594CE04F-AF15-4172-97C8-6C02929E5FE6}" dt="2021-06-29T13:01:38.036" v="4968" actId="14100"/>
          <ac:picMkLst>
            <pc:docMk/>
            <pc:sldMk cId="1546511418" sldId="266"/>
            <ac:picMk id="10" creationId="{69056593-FB60-4250-BF42-ECEE979621A2}"/>
          </ac:picMkLst>
        </pc:picChg>
      </pc:sldChg>
      <pc:sldChg chg="modSp add mod modAnim">
        <pc:chgData name="Shubham Kashyapi" userId="f68fc9ff0d385654" providerId="LiveId" clId="{594CE04F-AF15-4172-97C8-6C02929E5FE6}" dt="2021-06-29T13:26:12.474" v="5426"/>
        <pc:sldMkLst>
          <pc:docMk/>
          <pc:sldMk cId="1402199997" sldId="267"/>
        </pc:sldMkLst>
        <pc:spChg chg="mod">
          <ac:chgData name="Shubham Kashyapi" userId="f68fc9ff0d385654" providerId="LiveId" clId="{594CE04F-AF15-4172-97C8-6C02929E5FE6}" dt="2021-06-29T13:07:46.785" v="4996" actId="20577"/>
          <ac:spMkLst>
            <pc:docMk/>
            <pc:sldMk cId="1402199997" sldId="267"/>
            <ac:spMk id="2" creationId="{E12E8A33-71BF-4EA9-97A4-DBF34C47D008}"/>
          </ac:spMkLst>
        </pc:spChg>
        <pc:spChg chg="mod">
          <ac:chgData name="Shubham Kashyapi" userId="f68fc9ff0d385654" providerId="LiveId" clId="{594CE04F-AF15-4172-97C8-6C02929E5FE6}" dt="2021-06-29T13:25:29.676" v="5424" actId="255"/>
          <ac:spMkLst>
            <pc:docMk/>
            <pc:sldMk cId="1402199997" sldId="267"/>
            <ac:spMk id="3" creationId="{3E5C47B5-45E3-4A67-A131-6474D4684C6D}"/>
          </ac:spMkLst>
        </pc:spChg>
      </pc:sldChg>
      <pc:sldChg chg="addSp modSp add mod ord">
        <pc:chgData name="Shubham Kashyapi" userId="f68fc9ff0d385654" providerId="LiveId" clId="{594CE04F-AF15-4172-97C8-6C02929E5FE6}" dt="2021-06-29T13:33:38.580" v="5651" actId="12"/>
        <pc:sldMkLst>
          <pc:docMk/>
          <pc:sldMk cId="3391041182" sldId="268"/>
        </pc:sldMkLst>
        <pc:spChg chg="mod">
          <ac:chgData name="Shubham Kashyapi" userId="f68fc9ff0d385654" providerId="LiveId" clId="{594CE04F-AF15-4172-97C8-6C02929E5FE6}" dt="2021-06-29T13:26:51.589" v="5452" actId="20577"/>
          <ac:spMkLst>
            <pc:docMk/>
            <pc:sldMk cId="3391041182" sldId="268"/>
            <ac:spMk id="2" creationId="{E12E8A33-71BF-4EA9-97A4-DBF34C47D008}"/>
          </ac:spMkLst>
        </pc:spChg>
        <pc:spChg chg="mod">
          <ac:chgData name="Shubham Kashyapi" userId="f68fc9ff0d385654" providerId="LiveId" clId="{594CE04F-AF15-4172-97C8-6C02929E5FE6}" dt="2021-06-29T13:33:38.580" v="5651" actId="12"/>
          <ac:spMkLst>
            <pc:docMk/>
            <pc:sldMk cId="3391041182" sldId="268"/>
            <ac:spMk id="3" creationId="{3E5C47B5-45E3-4A67-A131-6474D4684C6D}"/>
          </ac:spMkLst>
        </pc:spChg>
        <pc:spChg chg="add mod">
          <ac:chgData name="Shubham Kashyapi" userId="f68fc9ff0d385654" providerId="LiveId" clId="{594CE04F-AF15-4172-97C8-6C02929E5FE6}" dt="2021-06-29T13:32:12.448" v="5579" actId="1076"/>
          <ac:spMkLst>
            <pc:docMk/>
            <pc:sldMk cId="3391041182" sldId="268"/>
            <ac:spMk id="7" creationId="{3E3BB0CB-EE92-469B-8877-A5506688AEAA}"/>
          </ac:spMkLst>
        </pc:spChg>
        <pc:picChg chg="add mod">
          <ac:chgData name="Shubham Kashyapi" userId="f68fc9ff0d385654" providerId="LiveId" clId="{594CE04F-AF15-4172-97C8-6C02929E5FE6}" dt="2021-06-29T13:31:58.086" v="5577" actId="14100"/>
          <ac:picMkLst>
            <pc:docMk/>
            <pc:sldMk cId="3391041182" sldId="268"/>
            <ac:picMk id="6" creationId="{F6EF53EF-6234-4F24-9092-637D635CCBAA}"/>
          </ac:picMkLst>
        </pc:picChg>
      </pc:sldChg>
      <pc:sldChg chg="modSp add mod">
        <pc:chgData name="Shubham Kashyapi" userId="f68fc9ff0d385654" providerId="LiveId" clId="{594CE04F-AF15-4172-97C8-6C02929E5FE6}" dt="2021-06-29T13:40:49.297" v="5759" actId="6549"/>
        <pc:sldMkLst>
          <pc:docMk/>
          <pc:sldMk cId="675040968" sldId="269"/>
        </pc:sldMkLst>
        <pc:spChg chg="mod">
          <ac:chgData name="Shubham Kashyapi" userId="f68fc9ff0d385654" providerId="LiveId" clId="{594CE04F-AF15-4172-97C8-6C02929E5FE6}" dt="2021-06-29T13:34:25.420" v="5662" actId="20577"/>
          <ac:spMkLst>
            <pc:docMk/>
            <pc:sldMk cId="675040968" sldId="269"/>
            <ac:spMk id="2" creationId="{E12E8A33-71BF-4EA9-97A4-DBF34C47D008}"/>
          </ac:spMkLst>
        </pc:spChg>
        <pc:spChg chg="mod">
          <ac:chgData name="Shubham Kashyapi" userId="f68fc9ff0d385654" providerId="LiveId" clId="{594CE04F-AF15-4172-97C8-6C02929E5FE6}" dt="2021-06-29T13:40:49.297" v="5759" actId="6549"/>
          <ac:spMkLst>
            <pc:docMk/>
            <pc:sldMk cId="675040968" sldId="269"/>
            <ac:spMk id="3" creationId="{3E5C47B5-45E3-4A67-A131-6474D4684C6D}"/>
          </ac:spMkLst>
        </pc:spChg>
      </pc:sldChg>
    </pc:docChg>
  </pc:docChgLst>
  <pc:docChgLst>
    <pc:chgData name="Shubham Kashyapi" userId="f68fc9ff0d385654" providerId="LiveId" clId="{EA74AB5A-4A80-4305-82A6-7347F702C00B}"/>
    <pc:docChg chg="modSld">
      <pc:chgData name="Shubham Kashyapi" userId="f68fc9ff0d385654" providerId="LiveId" clId="{EA74AB5A-4A80-4305-82A6-7347F702C00B}" dt="2021-06-29T15:19:23.802" v="10" actId="20577"/>
      <pc:docMkLst>
        <pc:docMk/>
      </pc:docMkLst>
      <pc:sldChg chg="modSp mod">
        <pc:chgData name="Shubham Kashyapi" userId="f68fc9ff0d385654" providerId="LiveId" clId="{EA74AB5A-4A80-4305-82A6-7347F702C00B}" dt="2021-06-29T14:58:04.096" v="9" actId="20577"/>
        <pc:sldMkLst>
          <pc:docMk/>
          <pc:sldMk cId="15341322" sldId="260"/>
        </pc:sldMkLst>
        <pc:spChg chg="mod">
          <ac:chgData name="Shubham Kashyapi" userId="f68fc9ff0d385654" providerId="LiveId" clId="{EA74AB5A-4A80-4305-82A6-7347F702C00B}" dt="2021-06-29T14:58:04.096" v="9" actId="20577"/>
          <ac:spMkLst>
            <pc:docMk/>
            <pc:sldMk cId="15341322" sldId="260"/>
            <ac:spMk id="3" creationId="{3E5C47B5-45E3-4A67-A131-6474D4684C6D}"/>
          </ac:spMkLst>
        </pc:spChg>
      </pc:sldChg>
      <pc:sldChg chg="modSp">
        <pc:chgData name="Shubham Kashyapi" userId="f68fc9ff0d385654" providerId="LiveId" clId="{EA74AB5A-4A80-4305-82A6-7347F702C00B}" dt="2021-06-29T15:19:23.802" v="10" actId="20577"/>
        <pc:sldMkLst>
          <pc:docMk/>
          <pc:sldMk cId="772669500" sldId="262"/>
        </pc:sldMkLst>
        <pc:spChg chg="mod">
          <ac:chgData name="Shubham Kashyapi" userId="f68fc9ff0d385654" providerId="LiveId" clId="{EA74AB5A-4A80-4305-82A6-7347F702C00B}" dt="2021-06-29T15:19:23.802" v="10" actId="20577"/>
          <ac:spMkLst>
            <pc:docMk/>
            <pc:sldMk cId="772669500" sldId="262"/>
            <ac:spMk id="3" creationId="{3E5C47B5-45E3-4A67-A131-6474D4684C6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B935B-A54C-42BE-9E2D-D682A781E159}" type="datetimeFigureOut">
              <a:rPr lang="en-IN" smtClean="0"/>
              <a:t>29-06-2021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32143-E015-4C58-85F8-3A18F3ECA0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469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32143-E015-4C58-85F8-3A18F3ECA04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945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32143-E015-4C58-85F8-3A18F3ECA04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467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32143-E015-4C58-85F8-3A18F3ECA04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172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32143-E015-4C58-85F8-3A18F3ECA04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51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32143-E015-4C58-85F8-3A18F3ECA04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562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32143-E015-4C58-85F8-3A18F3ECA04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938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32143-E015-4C58-85F8-3A18F3ECA04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552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32143-E015-4C58-85F8-3A18F3ECA04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65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32143-E015-4C58-85F8-3A18F3ECA04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034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32143-E015-4C58-85F8-3A18F3ECA04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336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32143-E015-4C58-85F8-3A18F3ECA04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8028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32143-E015-4C58-85F8-3A18F3ECA04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3736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32143-E015-4C58-85F8-3A18F3ECA04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761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4029C-4EC7-4C05-A600-0D7249961896}" type="datetime1">
              <a:rPr lang="en-IN" smtClean="0"/>
              <a:t>29-06-2021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024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B1B3-655A-4A41-9E12-2423B5861B00}" type="datetime1">
              <a:rPr lang="en-IN" smtClean="0"/>
              <a:t>29-06-2021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232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5E28-BDEA-43CC-8A9F-E7FB7F8B0EA8}" type="datetime1">
              <a:rPr lang="en-IN" smtClean="0"/>
              <a:t>29-06-2021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78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FC2E-3297-41E1-A13E-19558FD93500}" type="datetime1">
              <a:rPr lang="en-IN" smtClean="0"/>
              <a:t>29-06-2021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960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3CFCA-1346-465A-989B-041EC98F6302}" type="datetime1">
              <a:rPr lang="en-IN" smtClean="0"/>
              <a:t>29-06-2021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986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07E39-C59F-47DE-8559-B0DB4D4F1318}" type="datetime1">
              <a:rPr lang="en-IN" smtClean="0"/>
              <a:t>29-06-2021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118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7E038-E4DF-4524-B614-C46C9481A18C}" type="datetime1">
              <a:rPr lang="en-IN" smtClean="0"/>
              <a:t>29-06-2021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011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181449A-329B-4188-89BC-DDA66C36778B}" type="datetime1">
              <a:rPr lang="en-IN" smtClean="0"/>
              <a:t>29-06-2021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5F5913-CA0D-4DAA-8FD1-E8367354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438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9B8FB-2F5D-4436-9CA5-4507F2B42C3B}" type="datetime1">
              <a:rPr lang="en-IN" smtClean="0"/>
              <a:t>29-06-2021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72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52FA0-01F2-4E66-AA2B-C1581F1F5BC9}" type="datetime1">
              <a:rPr lang="en-IN" smtClean="0"/>
              <a:t>29-06-2021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680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FB0C4-76E3-4655-88B2-0C35E9D6E2CA}" type="datetime1">
              <a:rPr lang="en-IN" smtClean="0"/>
              <a:t>29-06-2021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27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DB83CA1-13F5-4A4A-AE3C-9A2B85FF1FDE}" type="datetime1">
              <a:rPr lang="en-IN" smtClean="0"/>
              <a:t>29-06-2021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25F5913-CA0D-4DAA-8FD1-E8367354827A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38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supahands-techblog/measuring-labelling-quality-with-iou-and-f1-score-1717e29e492f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sorflow.org/api_docs/python/tf/keras/metrics/MeanIo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29556-61F6-45AB-A191-1F7E1412A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0604" y="1642188"/>
            <a:ext cx="7165910" cy="1786812"/>
          </a:xfrm>
        </p:spPr>
        <p:txBody>
          <a:bodyPr/>
          <a:lstStyle/>
          <a:p>
            <a:pPr algn="ctr"/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Segmentation of Time Series Data from Aircraft Sensors</a:t>
            </a:r>
            <a:endParaRPr lang="en-IN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432074-D64C-47B4-875B-928327117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0219" y="4562669"/>
            <a:ext cx="6671561" cy="970383"/>
          </a:xfrm>
        </p:spPr>
        <p:txBody>
          <a:bodyPr>
            <a:normAutofit/>
          </a:bodyPr>
          <a:lstStyle/>
          <a:p>
            <a:pPr algn="ctr"/>
            <a:r>
              <a:rPr lang="en-US" cap="none" dirty="0"/>
              <a:t>Shubham Kashyapi (MM16B027)</a:t>
            </a:r>
          </a:p>
          <a:p>
            <a:pPr algn="ctr"/>
            <a:r>
              <a:rPr lang="en-IN" cap="none" dirty="0"/>
              <a:t>(Advisor: Prof. Raghunathan </a:t>
            </a:r>
            <a:r>
              <a:rPr lang="en-IN" cap="none" dirty="0" err="1"/>
              <a:t>Rengaswamy</a:t>
            </a:r>
            <a:r>
              <a:rPr lang="en-IN" cap="non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06683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E8A33-71BF-4EA9-97A4-DBF34C47D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90684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C47B5-45E3-4A67-A131-6474D4684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Collaboration between Dassault Aviation and IIT Madras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Monitoring of aircraft systems using operational sensor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Identifying different modes of operation from the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Developing models to characterize the normal flight dynamics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Detecting anomalous using these models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Predictive and prognostic maintenance of the system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A1520-6123-429E-BE3F-3E6C2691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742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E8A33-71BF-4EA9-97A4-DBF34C47D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90684"/>
          </a:xfrm>
        </p:spPr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C47B5-45E3-4A67-A131-6474D4684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en-US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Dataset Description: </a:t>
            </a:r>
            <a:r>
              <a:rPr lang="en-US" dirty="0"/>
              <a:t>During a flight, time series data collected from multiple sensors. (Pressure, Temperature, Altitude)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Segmentation of Time Series: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Dividing a time series into segments corresponding to different operating modes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Identifying steady-state, trends and turbulent regimes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Ground truth is not known since the data is </a:t>
            </a:r>
            <a:r>
              <a:rPr lang="en-US" dirty="0" err="1"/>
              <a:t>unlabelled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Detecting relations between different variables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b="1" dirty="0"/>
          </a:p>
          <a:p>
            <a:pPr>
              <a:buFont typeface="Wingdings" panose="05000000000000000000" pitchFamily="2" charset="2"/>
              <a:buChar char="§"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19A98-7275-4B57-B109-235749C30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45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E8A33-71BF-4EA9-97A4-DBF34C47D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90684"/>
          </a:xfrm>
        </p:spPr>
        <p:txBody>
          <a:bodyPr/>
          <a:lstStyle/>
          <a:p>
            <a:r>
              <a:rPr lang="en-US" dirty="0"/>
              <a:t>Literature Survey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C47B5-45E3-4A67-A131-6474D4684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127447" cy="402336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900" i="1" dirty="0"/>
              <a:t>Warren Liao, T. (2005)</a:t>
            </a:r>
            <a:r>
              <a:rPr lang="en-US" sz="1900" i="1" baseline="30000" dirty="0"/>
              <a:t>1</a:t>
            </a:r>
            <a:r>
              <a:rPr lang="en-US" sz="1900" i="1" dirty="0"/>
              <a:t>. </a:t>
            </a:r>
            <a:r>
              <a:rPr lang="en-US" sz="1900" dirty="0"/>
              <a:t>Clustering of time series data - a survey.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700" dirty="0"/>
              <a:t>Similarity between clustering of unordered data and segmentation of time series data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700" dirty="0"/>
              <a:t>Use of hierarchical (top-down and bottom-up methods) in segmentation</a:t>
            </a:r>
          </a:p>
          <a:p>
            <a:pPr marL="384048" lvl="2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1900" i="1" dirty="0"/>
              <a:t>Dash, S., et al. </a:t>
            </a:r>
            <a:r>
              <a:rPr lang="en-US" sz="1900" i="1" dirty="0"/>
              <a:t>(2004)</a:t>
            </a:r>
            <a:r>
              <a:rPr lang="en-US" sz="1900" i="1" baseline="30000" dirty="0"/>
              <a:t>2</a:t>
            </a:r>
            <a:r>
              <a:rPr lang="en-US" sz="1900" i="1" dirty="0"/>
              <a:t>. </a:t>
            </a:r>
            <a:r>
              <a:rPr lang="en-US" sz="1900" dirty="0"/>
              <a:t>A novel interval-halving framework for automated identification of process trends.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700" dirty="0"/>
              <a:t>Top-down approach for dividing a time series into primitive segments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700" dirty="0"/>
              <a:t>Case studies on simulated data and real industrial data</a:t>
            </a:r>
          </a:p>
          <a:p>
            <a:pPr marL="384048" lvl="2" indent="0">
              <a:buNone/>
            </a:pPr>
            <a:endParaRPr lang="en-US" sz="17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1900" i="1" dirty="0"/>
              <a:t>Antunes, M., et al. (2019)</a:t>
            </a:r>
            <a:r>
              <a:rPr lang="en-IN" sz="1900" i="1" baseline="30000" dirty="0"/>
              <a:t>3</a:t>
            </a:r>
            <a:r>
              <a:rPr lang="en-IN" sz="1900" dirty="0"/>
              <a:t>.</a:t>
            </a:r>
            <a:r>
              <a:rPr lang="en-US" sz="1900" dirty="0"/>
              <a:t> Al and s methods: Two extensions for </a:t>
            </a:r>
            <a:r>
              <a:rPr lang="en-IN" sz="1900" dirty="0"/>
              <a:t>l-method.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700" dirty="0"/>
              <a:t>Technique for tuning hyperparameters of the Interval-Halving algorithm</a:t>
            </a:r>
          </a:p>
          <a:p>
            <a:pPr marL="384048" lvl="2" indent="0">
              <a:buNone/>
            </a:pPr>
            <a:endParaRPr lang="en-US" sz="17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1900" i="1" dirty="0" err="1"/>
              <a:t>Rezatofighi</a:t>
            </a:r>
            <a:r>
              <a:rPr lang="en-IN" sz="1900" i="1" dirty="0"/>
              <a:t>, H., et al. (2019)</a:t>
            </a:r>
            <a:r>
              <a:rPr lang="en-IN" sz="1900" i="1" baseline="30000" dirty="0"/>
              <a:t>4</a:t>
            </a:r>
            <a:r>
              <a:rPr lang="en-IN" sz="1900" dirty="0"/>
              <a:t>.</a:t>
            </a:r>
            <a:r>
              <a:rPr lang="en-US" sz="1900" dirty="0"/>
              <a:t> Generalized intersection over union: A metric and a loss for bounding box regression.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700" dirty="0"/>
              <a:t>Metric for the segmentation similarity between two time series</a:t>
            </a:r>
          </a:p>
          <a:p>
            <a:pPr marL="384048" lvl="2" indent="0">
              <a:buNone/>
            </a:pPr>
            <a:endParaRPr lang="en-US" sz="1700" dirty="0"/>
          </a:p>
          <a:p>
            <a:pPr marL="384048" lvl="2" indent="0">
              <a:buNone/>
            </a:pPr>
            <a:endParaRPr lang="en-US" sz="1700" dirty="0"/>
          </a:p>
          <a:p>
            <a:pPr marL="384048" lvl="2" indent="0">
              <a:buNone/>
            </a:pPr>
            <a:endParaRPr lang="en-US" sz="1700" dirty="0"/>
          </a:p>
          <a:p>
            <a:pPr marL="201168" lvl="1" indent="0">
              <a:buNone/>
            </a:pPr>
            <a:endParaRPr lang="en-US" sz="2200" dirty="0"/>
          </a:p>
          <a:p>
            <a:pPr marL="201168" lvl="1" indent="0">
              <a:buNone/>
            </a:pPr>
            <a:endParaRPr lang="en-US" sz="2200" dirty="0"/>
          </a:p>
          <a:p>
            <a:pPr>
              <a:buFont typeface="Wingdings" panose="05000000000000000000" pitchFamily="2" charset="2"/>
              <a:buChar char="§"/>
            </a:pPr>
            <a:endParaRPr lang="en-US" b="1" dirty="0"/>
          </a:p>
          <a:p>
            <a:pPr>
              <a:buFont typeface="Wingdings" panose="05000000000000000000" pitchFamily="2" charset="2"/>
              <a:buChar char="§"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02F8D-E1B3-4E55-A1EB-B434C2898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04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E8A33-71BF-4EA9-97A4-DBF34C47D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90684"/>
          </a:xfrm>
        </p:spPr>
        <p:txBody>
          <a:bodyPr/>
          <a:lstStyle/>
          <a:p>
            <a:r>
              <a:rPr lang="en-US" dirty="0"/>
              <a:t>Interval-Halving Algorithm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C47B5-45E3-4A67-A131-6474D4684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146108" cy="4461760"/>
          </a:xfrm>
        </p:spPr>
        <p:txBody>
          <a:bodyPr/>
          <a:lstStyle/>
          <a:p>
            <a:r>
              <a:rPr lang="en-IN" b="1" dirty="0"/>
              <a:t>Recursive-Split </a:t>
            </a:r>
            <a:r>
              <a:rPr lang="en-IN" dirty="0"/>
              <a:t>(Data[start ... end] : time series)</a:t>
            </a:r>
          </a:p>
          <a:p>
            <a:r>
              <a:rPr lang="en-US" b="1" dirty="0"/>
              <a:t>Hyperparameters</a:t>
            </a:r>
            <a:r>
              <a:rPr lang="en-US" dirty="0"/>
              <a:t>- M : (Minimum Window Length), Noise Error</a:t>
            </a:r>
          </a:p>
          <a:p>
            <a:pPr marL="201168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b="1" dirty="0"/>
          </a:p>
          <a:p>
            <a:pPr>
              <a:buFont typeface="Wingdings" panose="05000000000000000000" pitchFamily="2" charset="2"/>
              <a:buChar char="§"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E73B4C-7126-416F-B432-DE1A272A4C36}"/>
              </a:ext>
            </a:extLst>
          </p:cNvPr>
          <p:cNvSpPr/>
          <p:nvPr/>
        </p:nvSpPr>
        <p:spPr>
          <a:xfrm>
            <a:off x="1800808" y="3722914"/>
            <a:ext cx="1679809" cy="9670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Fit a degree 0 polynomial. Perform f-test using Noise Error. Good fit →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Steady-state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(Terminate)</a:t>
            </a:r>
            <a:endParaRPr lang="en-IN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C0552F-7464-4139-9EC0-644D26452926}"/>
              </a:ext>
            </a:extLst>
          </p:cNvPr>
          <p:cNvSpPr/>
          <p:nvPr/>
        </p:nvSpPr>
        <p:spPr>
          <a:xfrm>
            <a:off x="5407921" y="3713214"/>
            <a:ext cx="1893058" cy="9767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Fit a degree 1 polynomial. Perform f-test using Noise Error. Good fit →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Trend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(Terminate)</a:t>
            </a:r>
            <a:endParaRPr lang="en-IN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A3DAF0-CC90-4DCE-82B2-1E109AB42BD7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3480617" y="4201608"/>
            <a:ext cx="1927304" cy="4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0002912-6D09-4AD8-9538-BC6DF2119352}"/>
              </a:ext>
            </a:extLst>
          </p:cNvPr>
          <p:cNvSpPr/>
          <p:nvPr/>
        </p:nvSpPr>
        <p:spPr>
          <a:xfrm>
            <a:off x="5407920" y="4969731"/>
            <a:ext cx="1893059" cy="11624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If IntervalLength &lt; 2*M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(no further splitting) → </a:t>
            </a:r>
          </a:p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Noisy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(Terminate)</a:t>
            </a:r>
            <a:endParaRPr lang="en-IN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15D390-F9F8-4FDE-9A8D-241D58CDE92A}"/>
              </a:ext>
            </a:extLst>
          </p:cNvPr>
          <p:cNvSpPr/>
          <p:nvPr/>
        </p:nvSpPr>
        <p:spPr>
          <a:xfrm>
            <a:off x="1800808" y="4970469"/>
            <a:ext cx="1679809" cy="11624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Split the interval into two.</a:t>
            </a:r>
          </a:p>
          <a:p>
            <a:pPr algn="just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Recursive-Splitting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(start, mid)</a:t>
            </a:r>
          </a:p>
          <a:p>
            <a:pPr algn="just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Recursive-Splitting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(mid+1, end)</a:t>
            </a:r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EC3E37A-6B6D-4D7C-BFBD-BF32D8109F1F}"/>
              </a:ext>
            </a:extLst>
          </p:cNvPr>
          <p:cNvCxnSpPr>
            <a:cxnSpLocks/>
            <a:stCxn id="22" idx="1"/>
            <a:endCxn id="23" idx="3"/>
          </p:cNvCxnSpPr>
          <p:nvPr/>
        </p:nvCxnSpPr>
        <p:spPr>
          <a:xfrm flipH="1">
            <a:off x="3480617" y="5550948"/>
            <a:ext cx="1927303" cy="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74FBA2-D31C-4A13-A88F-72AC1BFC73EC}"/>
              </a:ext>
            </a:extLst>
          </p:cNvPr>
          <p:cNvCxnSpPr>
            <a:cxnSpLocks/>
            <a:stCxn id="27" idx="4"/>
          </p:cNvCxnSpPr>
          <p:nvPr/>
        </p:nvCxnSpPr>
        <p:spPr>
          <a:xfrm>
            <a:off x="2603715" y="3279064"/>
            <a:ext cx="0" cy="443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A37A4DB8-3702-453F-A131-BA5BCE5A3D83}"/>
              </a:ext>
            </a:extLst>
          </p:cNvPr>
          <p:cNvSpPr/>
          <p:nvPr/>
        </p:nvSpPr>
        <p:spPr>
          <a:xfrm>
            <a:off x="8837516" y="3722914"/>
            <a:ext cx="1836519" cy="9670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Fit a degree 2 polynomial. Perform f-test using Noise Error. Good fit →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Trend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(Terminate)</a:t>
            </a:r>
            <a:endParaRPr lang="en-IN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F714DD6-BFF1-49E3-A823-7CF86E60F48E}"/>
              </a:ext>
            </a:extLst>
          </p:cNvPr>
          <p:cNvSpPr/>
          <p:nvPr/>
        </p:nvSpPr>
        <p:spPr>
          <a:xfrm>
            <a:off x="1726812" y="2756918"/>
            <a:ext cx="1753805" cy="52214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Recursive-Split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(start, end)</a:t>
            </a:r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4C4DA93-62C1-4E2D-B034-6561B4D5D613}"/>
              </a:ext>
            </a:extLst>
          </p:cNvPr>
          <p:cNvCxnSpPr>
            <a:cxnSpLocks/>
            <a:stCxn id="26" idx="2"/>
            <a:endCxn id="22" idx="3"/>
          </p:cNvCxnSpPr>
          <p:nvPr/>
        </p:nvCxnSpPr>
        <p:spPr>
          <a:xfrm rot="5400000">
            <a:off x="8097905" y="3893077"/>
            <a:ext cx="860946" cy="24547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B3C5E74-A264-4925-B975-BB9928D34FB0}"/>
              </a:ext>
            </a:extLst>
          </p:cNvPr>
          <p:cNvCxnSpPr>
            <a:cxnSpLocks/>
            <a:stCxn id="20" idx="3"/>
            <a:endCxn id="26" idx="1"/>
          </p:cNvCxnSpPr>
          <p:nvPr/>
        </p:nvCxnSpPr>
        <p:spPr>
          <a:xfrm>
            <a:off x="7300979" y="4201608"/>
            <a:ext cx="1536537" cy="4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3ADE2EF6-7F3A-4322-A89B-32760854D46E}"/>
              </a:ext>
            </a:extLst>
          </p:cNvPr>
          <p:cNvSpPr/>
          <p:nvPr/>
        </p:nvSpPr>
        <p:spPr>
          <a:xfrm>
            <a:off x="3949324" y="3746897"/>
            <a:ext cx="839691" cy="2794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Poor fit</a:t>
            </a:r>
            <a:endParaRPr lang="en-IN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6DEA0C-4153-4E63-987E-7184B110B60F}"/>
              </a:ext>
            </a:extLst>
          </p:cNvPr>
          <p:cNvSpPr/>
          <p:nvPr/>
        </p:nvSpPr>
        <p:spPr>
          <a:xfrm>
            <a:off x="7650199" y="3734945"/>
            <a:ext cx="839691" cy="2794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Poor fit</a:t>
            </a:r>
            <a:endParaRPr lang="en-IN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578367-C3CC-4953-9214-85DDD70C7040}"/>
              </a:ext>
            </a:extLst>
          </p:cNvPr>
          <p:cNvSpPr/>
          <p:nvPr/>
        </p:nvSpPr>
        <p:spPr>
          <a:xfrm>
            <a:off x="7669512" y="5104108"/>
            <a:ext cx="839691" cy="3384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Poor fit</a:t>
            </a:r>
            <a:endParaRPr lang="en-IN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A3B9A7-4D7A-44C1-84A1-A3229969DF6B}"/>
              </a:ext>
            </a:extLst>
          </p:cNvPr>
          <p:cNvSpPr/>
          <p:nvPr/>
        </p:nvSpPr>
        <p:spPr>
          <a:xfrm>
            <a:off x="3949324" y="5104108"/>
            <a:ext cx="839691" cy="3384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Split</a:t>
            </a:r>
            <a:endParaRPr lang="en-IN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D89F9-7CBE-43B8-8284-25EC8EE0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1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E8A33-71BF-4EA9-97A4-DBF34C47D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90684"/>
          </a:xfrm>
        </p:spPr>
        <p:txBody>
          <a:bodyPr/>
          <a:lstStyle/>
          <a:p>
            <a:r>
              <a:rPr lang="en-US" dirty="0"/>
              <a:t>Hyperparameter Tuning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C47B5-45E3-4A67-A131-6474D4684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07959"/>
            <a:ext cx="10058400" cy="416113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5B035D-F5C0-46C3-9862-CE2BD150B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90" y="2564787"/>
            <a:ext cx="3318126" cy="25852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8CFB5C8-7D8F-416C-9A60-DFE099E33292}"/>
              </a:ext>
            </a:extLst>
          </p:cNvPr>
          <p:cNvSpPr txBox="1"/>
          <p:nvPr/>
        </p:nvSpPr>
        <p:spPr>
          <a:xfrm>
            <a:off x="1017037" y="5262465"/>
            <a:ext cx="3041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Case No 37 (PSPCKOU)</a:t>
            </a:r>
          </a:p>
          <a:p>
            <a:pPr algn="ctr"/>
            <a:r>
              <a:rPr lang="en-US" sz="1600" dirty="0"/>
              <a:t>Using tuned hyperparameters</a:t>
            </a:r>
            <a:endParaRPr lang="en-IN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93BBEE4-4348-4344-BB30-700F701FF1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258" y="2080726"/>
            <a:ext cx="3054442" cy="170779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B795E49-F17E-4EA2-9285-A821EF01B2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882" y="2080726"/>
            <a:ext cx="3147652" cy="174230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7BB55A0-9740-4DEC-89AF-4C6404A658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388" y="4215104"/>
            <a:ext cx="3216181" cy="18085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5F685BD-31B5-4271-A94D-3B921F06FE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795" y="4215104"/>
            <a:ext cx="3207151" cy="186987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F7BA2E9-9BB0-45AA-8B90-39B7DD3E4425}"/>
              </a:ext>
            </a:extLst>
          </p:cNvPr>
          <p:cNvSpPr txBox="1"/>
          <p:nvPr/>
        </p:nvSpPr>
        <p:spPr>
          <a:xfrm>
            <a:off x="4611921" y="3758174"/>
            <a:ext cx="3041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High Noise Error</a:t>
            </a:r>
            <a:endParaRPr lang="en-IN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E9CBA7-C813-4E84-B3DF-0160E4AB789C}"/>
              </a:ext>
            </a:extLst>
          </p:cNvPr>
          <p:cNvSpPr txBox="1"/>
          <p:nvPr/>
        </p:nvSpPr>
        <p:spPr>
          <a:xfrm>
            <a:off x="7862997" y="3758174"/>
            <a:ext cx="3041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Low Noise Error</a:t>
            </a:r>
            <a:endParaRPr lang="en-IN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A19694-7ED8-4B90-8758-FEC9D77D3A28}"/>
              </a:ext>
            </a:extLst>
          </p:cNvPr>
          <p:cNvSpPr txBox="1"/>
          <p:nvPr/>
        </p:nvSpPr>
        <p:spPr>
          <a:xfrm>
            <a:off x="4575110" y="6023679"/>
            <a:ext cx="3041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Large Window</a:t>
            </a:r>
            <a:endParaRPr lang="en-IN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DC356F-70C0-4E0C-9062-7E026814EE76}"/>
              </a:ext>
            </a:extLst>
          </p:cNvPr>
          <p:cNvSpPr txBox="1"/>
          <p:nvPr/>
        </p:nvSpPr>
        <p:spPr>
          <a:xfrm>
            <a:off x="7862997" y="6023679"/>
            <a:ext cx="3041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Small Window</a:t>
            </a:r>
            <a:endParaRPr lang="en-IN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AF4F2-1C2A-43F6-A370-583F077B1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21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5" grpId="0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E8A33-71BF-4EA9-97A4-DBF34C47D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90684"/>
          </a:xfrm>
        </p:spPr>
        <p:txBody>
          <a:bodyPr/>
          <a:lstStyle/>
          <a:p>
            <a:r>
              <a:rPr lang="en-US" dirty="0"/>
              <a:t>Hyperparameter Tuning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C47B5-45E3-4A67-A131-6474D4684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413863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Choosing possible values of hyperparameters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Noise Error: Fractions*Variance(time series)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Minimum Window Length: Fractions*Length(time series)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Determining the optimal values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Keep one hyperparameter fixed, vary the second one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Obtain number of segments returned by the algorithm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Get an elbow curve: Number of segments vs Hyperparameter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For every point in the elbow curve</a:t>
            </a:r>
            <a:r>
              <a:rPr lang="en-US" baseline="30000" dirty="0"/>
              <a:t>3</a:t>
            </a:r>
            <a:r>
              <a:rPr lang="en-US" dirty="0"/>
              <a:t>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600" dirty="0"/>
              <a:t>Fit two regression lines- through points to the left, points to the right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600" dirty="0"/>
              <a:t>For the elbow point, the angle between these lines should be closest to 90</a:t>
            </a:r>
            <a:r>
              <a:rPr lang="en-US" sz="1600" baseline="30000" dirty="0"/>
              <a:t>0</a:t>
            </a:r>
            <a:endParaRPr lang="en-US" sz="1600" dirty="0"/>
          </a:p>
          <a:p>
            <a:pPr marL="201168" lvl="1" indent="0">
              <a:buNone/>
            </a:pPr>
            <a:endParaRPr lang="en-US" sz="1600" dirty="0"/>
          </a:p>
          <a:p>
            <a:pPr marL="201168" lvl="1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7B2D4C-E6CC-4DFC-8A9B-86277C96A5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221" y="1859164"/>
            <a:ext cx="2917231" cy="19094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60DBC4-AF85-4276-976F-CA5145B351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221" y="3819846"/>
            <a:ext cx="2917231" cy="19468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9C9F4F-E1D3-4652-8C81-CA217E0B6D88}"/>
              </a:ext>
            </a:extLst>
          </p:cNvPr>
          <p:cNvSpPr txBox="1"/>
          <p:nvPr/>
        </p:nvSpPr>
        <p:spPr>
          <a:xfrm>
            <a:off x="8276252" y="5869094"/>
            <a:ext cx="3069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Elbow Curves: Case No 37 (PSPCKOU)</a:t>
            </a:r>
            <a:endParaRPr lang="en-IN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8EE29-2049-4367-9BC0-1BB557F40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669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E8A33-71BF-4EA9-97A4-DBF34C47D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90684"/>
          </a:xfrm>
        </p:spPr>
        <p:txBody>
          <a:bodyPr/>
          <a:lstStyle/>
          <a:p>
            <a:r>
              <a:rPr lang="en-US" dirty="0"/>
              <a:t>Similarity Metric for Segmentation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5C47B5-45E3-4A67-A131-6474D4684C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31966" y="1852507"/>
                <a:ext cx="6731103" cy="368041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Quantifying the similarity between the segmentations of different sensors/variables.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b="1" dirty="0"/>
                  <a:t>Intersection Over Union (IOU)</a:t>
                </a:r>
                <a:r>
                  <a:rPr lang="en-US" baseline="30000" dirty="0"/>
                  <a:t>4</a:t>
                </a:r>
                <a:r>
                  <a:rPr lang="en-US" b="1" dirty="0"/>
                  <a:t>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Given segmentations for two time series- series 1 and series 2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Time indices partitioned into different kinds of segments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𝐼𝑂𝑈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𝑆𝑡𝑒𝑎𝑑𝑦𝑆𝑡𝑎𝑡𝑒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US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Compute IOU similarly for Trend and Noise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b="1" dirty="0"/>
                  <a:t>Mean Intersection Over Union (Mean IOU)</a:t>
                </a:r>
                <a:r>
                  <a:rPr lang="en-US" baseline="30000" dirty="0"/>
                  <a:t>6</a:t>
                </a:r>
                <a:r>
                  <a:rPr lang="en-US" b="1" dirty="0"/>
                  <a:t>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Mean of the IOU values for Steady-State, Trend and Noise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5C47B5-45E3-4A67-A131-6474D4684C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1966" y="1852507"/>
                <a:ext cx="6731103" cy="3680413"/>
              </a:xfrm>
              <a:blipFill>
                <a:blip r:embed="rId3"/>
                <a:stretch>
                  <a:fillRect l="-2264" t="-1821" b="-4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46F1C03-73A2-4CC5-9817-62327C2EEA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482" y="2547190"/>
            <a:ext cx="3553951" cy="24726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84B9D2-3EC4-4F01-ACEE-C4B311C7E857}"/>
              </a:ext>
            </a:extLst>
          </p:cNvPr>
          <p:cNvSpPr txBox="1"/>
          <p:nvPr/>
        </p:nvSpPr>
        <p:spPr>
          <a:xfrm>
            <a:off x="8855373" y="5225143"/>
            <a:ext cx="23046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Source: [5]</a:t>
            </a:r>
            <a:endParaRPr lang="en-IN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32601-0BEF-4B06-A02E-CCD5F48B7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8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6A564A-9073-402F-9667-86492AD957AC}"/>
              </a:ext>
            </a:extLst>
          </p:cNvPr>
          <p:cNvSpPr txBox="1"/>
          <p:nvPr/>
        </p:nvSpPr>
        <p:spPr>
          <a:xfrm>
            <a:off x="2845836" y="5943599"/>
            <a:ext cx="69214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/>
              <a:t>[5]: </a:t>
            </a:r>
            <a:r>
              <a:rPr lang="es-ES" sz="1000" b="0" i="0" u="none" strike="noStrike" baseline="0" dirty="0">
                <a:latin typeface="NimbusRomNo9L-Medi"/>
              </a:rPr>
              <a:t>Tan, I. </a:t>
            </a:r>
            <a:r>
              <a:rPr lang="es-ES" sz="1000" b="0" i="0" u="none" strike="noStrike" baseline="0" dirty="0">
                <a:latin typeface="NimbusRomNo9L-Regu"/>
              </a:rPr>
              <a:t>(). URL </a:t>
            </a:r>
            <a:r>
              <a:rPr lang="es-ES" sz="1000" b="0" i="0" u="none" strike="noStrike" baseline="0" dirty="0">
                <a:latin typeface="NimbusMonL-Regu"/>
              </a:rPr>
              <a:t>https://medium.com/supahands-techblog/</a:t>
            </a:r>
            <a:r>
              <a:rPr lang="en-IN" sz="1000" b="0" i="0" u="none" strike="noStrike" baseline="0" dirty="0">
                <a:latin typeface="NimbusMonL-Regu"/>
              </a:rPr>
              <a:t>measuring-labelling-quality-with-iou-and-f1-score-1717e29e492f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9668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E8A33-71BF-4EA9-97A4-DBF34C47D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90684"/>
          </a:xfrm>
        </p:spPr>
        <p:txBody>
          <a:bodyPr/>
          <a:lstStyle/>
          <a:p>
            <a:r>
              <a:rPr lang="en-US" dirty="0"/>
              <a:t>Similarity between Variables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C47B5-45E3-4A67-A131-6474D4684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12647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A1520-6123-429E-BE3F-3E6C2691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B37C2C-8098-489B-BDBF-AD3C304A04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922" y="1772817"/>
            <a:ext cx="4174019" cy="39095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240EB8-8503-416C-9D23-56EFB51CBE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837" y="1885388"/>
            <a:ext cx="2433715" cy="36867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FA7D9D-6D73-4192-9F46-23D21434AFF7}"/>
              </a:ext>
            </a:extLst>
          </p:cNvPr>
          <p:cNvSpPr txBox="1"/>
          <p:nvPr/>
        </p:nvSpPr>
        <p:spPr>
          <a:xfrm>
            <a:off x="6969967" y="5572103"/>
            <a:ext cx="3685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0" i="0" u="none" strike="noStrike" baseline="0" dirty="0"/>
              <a:t>Plots of all variables (Case no. 17 </a:t>
            </a:r>
            <a:r>
              <a:rPr lang="en-US" sz="1200" dirty="0"/>
              <a:t>- </a:t>
            </a:r>
            <a:r>
              <a:rPr lang="en-US" sz="1200" b="0" i="0" u="none" strike="noStrike" baseline="0" dirty="0"/>
              <a:t>BLEED Dataset)</a:t>
            </a:r>
          </a:p>
          <a:p>
            <a:pPr algn="l"/>
            <a:r>
              <a:rPr lang="en-IN" sz="1200" b="0" i="0" u="none" strike="noStrike" baseline="0" dirty="0"/>
              <a:t>[PSPCKL, PSPCKR, PSPCKOU, TBLDC, TBLDL, TBLDR, ZP]</a:t>
            </a:r>
            <a:endParaRPr lang="en-IN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98D7E0-9E64-4560-B69A-E98B9DAF98CB}"/>
              </a:ext>
            </a:extLst>
          </p:cNvPr>
          <p:cNvSpPr txBox="1"/>
          <p:nvPr/>
        </p:nvSpPr>
        <p:spPr>
          <a:xfrm>
            <a:off x="1563377" y="5695213"/>
            <a:ext cx="3867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Pairwise Mean IOU </a:t>
            </a:r>
            <a:r>
              <a:rPr lang="en-US" sz="1200" b="0" i="0" u="none" strike="noStrike" baseline="0" dirty="0"/>
              <a:t>(Case no. 17 </a:t>
            </a:r>
            <a:r>
              <a:rPr lang="en-US" sz="1200" dirty="0"/>
              <a:t>- </a:t>
            </a:r>
            <a:r>
              <a:rPr lang="en-US" sz="1200" b="0" i="0" u="none" strike="noStrike" baseline="0" dirty="0"/>
              <a:t>BLEED Dataset)</a:t>
            </a:r>
          </a:p>
        </p:txBody>
      </p:sp>
    </p:spTree>
    <p:extLst>
      <p:ext uri="{BB962C8B-B14F-4D97-AF65-F5344CB8AC3E}">
        <p14:creationId xmlns:p14="http://schemas.microsoft.com/office/powerpoint/2010/main" val="233022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E8A33-71BF-4EA9-97A4-DBF34C47D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90684"/>
          </a:xfrm>
        </p:spPr>
        <p:txBody>
          <a:bodyPr/>
          <a:lstStyle/>
          <a:p>
            <a:r>
              <a:rPr lang="en-US" dirty="0"/>
              <a:t>Detection of Lags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C47B5-45E3-4A67-A131-6474D4684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8270655" cy="40233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Possibility of lags between certain pairs of variables</a:t>
            </a:r>
          </a:p>
          <a:p>
            <a:pPr marL="0" indent="0">
              <a:buNone/>
            </a:pPr>
            <a:r>
              <a:rPr lang="en-US" b="1" dirty="0"/>
              <a:t>Algorithm for lag detection: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IN" sz="1800" b="0" i="0" u="none" strike="noStrike" baseline="0" dirty="0"/>
              <a:t>Obtain </a:t>
            </a:r>
            <a:r>
              <a:rPr lang="en-US" sz="1800" b="0" i="0" u="none" strike="noStrike" baseline="0" dirty="0"/>
              <a:t>the segmentation for both the time series separately, compute Mean IOU.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sz="1800" dirty="0"/>
              <a:t>Choose a set of likely shifts.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/>
              <a:t>For each shift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/>
              <a:t>Compute the Mean IOU for the overlapping time indices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b="0" i="0" u="none" strike="noStrike" baseline="0" dirty="0"/>
              <a:t>Shift corresponding to the maximum value of Mean IOU is the optimal shift</a:t>
            </a:r>
          </a:p>
          <a:p>
            <a:pPr marL="0" indent="0">
              <a:buNone/>
            </a:pPr>
            <a:r>
              <a:rPr lang="en-US" b="1" dirty="0"/>
              <a:t>Result: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For most pairs of time series, increase in Mean IOU is very small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For a few pairs, we get a large increase (~0.6 to ~0.9) in the Mean IOU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i="0" u="none" strike="noStrike" baseline="0" dirty="0">
              <a:latin typeface="NimbusRomNo9L-Regu"/>
            </a:endParaRPr>
          </a:p>
          <a:p>
            <a:pPr algn="l"/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A1520-6123-429E-BE3F-3E6C2691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857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E8A33-71BF-4EA9-97A4-DBF34C47D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90684"/>
          </a:xfrm>
        </p:spPr>
        <p:txBody>
          <a:bodyPr/>
          <a:lstStyle/>
          <a:p>
            <a:r>
              <a:rPr lang="en-US" dirty="0"/>
              <a:t>Robustness to Noise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C47B5-45E3-4A67-A131-6474D4684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8485259" cy="4023360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§"/>
            </a:pPr>
            <a:r>
              <a:rPr lang="en-US" sz="1800" dirty="0"/>
              <a:t>A</a:t>
            </a:r>
            <a:r>
              <a:rPr lang="en-US" sz="1800" b="0" i="0" u="none" strike="noStrike" baseline="0" dirty="0"/>
              <a:t>dd Gaussian noise with different variances to obtain multiple time series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sz="1800" dirty="0"/>
              <a:t>Obtain the segmentation for each time series. Compute pair-wise Mean IOU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A1520-6123-429E-BE3F-3E6C2691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11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3FF2E-AD2C-4D31-8AAE-9AE76C128B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052" y="2826908"/>
            <a:ext cx="3387010" cy="31873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056593-FB60-4250-BF42-ECEE979621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5788" y="2648968"/>
            <a:ext cx="1996750" cy="33653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4C3BBE-CAE7-4C2E-B8DD-CABFABC7C662}"/>
              </a:ext>
            </a:extLst>
          </p:cNvPr>
          <p:cNvSpPr txBox="1"/>
          <p:nvPr/>
        </p:nvSpPr>
        <p:spPr>
          <a:xfrm>
            <a:off x="7081934" y="5993913"/>
            <a:ext cx="3387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0" i="0" u="none" strike="noStrike" baseline="0" dirty="0"/>
              <a:t>Variance Fraction 0.0, 0.01, 0.05, 0.1, 0.2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54651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E8A33-71BF-4EA9-97A4-DBF34C47D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90684"/>
          </a:xfrm>
        </p:spPr>
        <p:txBody>
          <a:bodyPr/>
          <a:lstStyle/>
          <a:p>
            <a:r>
              <a:rPr lang="en-US" dirty="0"/>
              <a:t>Conclusions &amp; Future 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C47B5-45E3-4A67-A131-6474D4684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370042" cy="4023360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/>
              <a:t>Identification of operating regimes in a time series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/>
              <a:t>Computing the optimal hyperparameters of this algorithm using elbow curves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sz="1800" dirty="0"/>
              <a:t>M</a:t>
            </a:r>
            <a:r>
              <a:rPr lang="en-US" sz="1800" b="0" i="0" u="none" strike="noStrike" baseline="0" dirty="0"/>
              <a:t>etric (Mean Intersection Over Union) for computing the segmentation overlap 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/>
              <a:t>Computing the similarity between variables using this metric.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/>
              <a:t>Checking for the existence of lags between the variables of a given flight.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/>
              <a:t>Testing the segmentation algorithm for robustness</a:t>
            </a:r>
          </a:p>
          <a:p>
            <a:pPr marL="0" indent="0" algn="l">
              <a:buNone/>
            </a:pPr>
            <a:r>
              <a:rPr lang="en-US" sz="1800" b="1" dirty="0"/>
              <a:t>Future Work: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sz="1800" dirty="0"/>
              <a:t>Exploring another approach for computing segmentation using simplicial complexes</a:t>
            </a:r>
            <a:r>
              <a:rPr lang="en-US" sz="1800" baseline="30000" dirty="0"/>
              <a:t>7</a:t>
            </a:r>
            <a:endParaRPr lang="en-US" sz="1800" i="0" u="none" strike="noStrike" baseline="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Comparison of results from the two approaches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A1520-6123-429E-BE3F-3E6C2691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19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E8A33-71BF-4EA9-97A4-DBF34C47D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90684"/>
          </a:xfrm>
        </p:spPr>
        <p:txBody>
          <a:bodyPr/>
          <a:lstStyle/>
          <a:p>
            <a:r>
              <a:rPr lang="en-US" dirty="0"/>
              <a:t>Conclusions &amp; Future 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C47B5-45E3-4A67-A131-6474D4684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778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User Interface (UI)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Better visualization of results and further experimentation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Submission of technical report to Dassault Aviation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A1520-6123-429E-BE3F-3E6C2691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13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EF53EF-6234-4F24-9092-637D635CC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800415"/>
            <a:ext cx="4236098" cy="2135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3BB0CB-EE92-469B-8877-A5506688AEAA}"/>
              </a:ext>
            </a:extLst>
          </p:cNvPr>
          <p:cNvSpPr txBox="1"/>
          <p:nvPr/>
        </p:nvSpPr>
        <p:spPr>
          <a:xfrm>
            <a:off x="3582955" y="5009032"/>
            <a:ext cx="3769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Screenshot of UI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391041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E8A33-71BF-4EA9-97A4-DBF34C47D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90684"/>
          </a:xfrm>
        </p:spPr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C47B5-45E3-4A67-A131-6474D4684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200" dirty="0"/>
              <a:t>[1] </a:t>
            </a:r>
            <a:r>
              <a:rPr lang="en-US" sz="1200" b="0" i="0" u="none" strike="noStrike" baseline="0" dirty="0"/>
              <a:t>Warren Liao, T. (2005). Clustering of time series data - a survey. Pattern Recognition, </a:t>
            </a:r>
            <a:r>
              <a:rPr lang="en-IN" sz="1200" b="0" i="0" u="none" strike="noStrike" baseline="0" dirty="0"/>
              <a:t>38(11), 1857–1874. ISSN 00313203, doi:10.1016/j.patcog.2005.01.025.</a:t>
            </a:r>
            <a:endParaRPr lang="en-US" sz="1200" b="0" i="0" u="none" strike="noStrike" baseline="0" dirty="0"/>
          </a:p>
          <a:p>
            <a:pPr algn="l"/>
            <a:r>
              <a:rPr lang="en-US" sz="1200" dirty="0"/>
              <a:t>[2] </a:t>
            </a:r>
            <a:r>
              <a:rPr lang="en-IN" sz="1200" b="0" i="0" u="none" strike="noStrike" baseline="0" dirty="0"/>
              <a:t>Dash, S., M. R. Maurya, V. </a:t>
            </a:r>
            <a:r>
              <a:rPr lang="en-IN" sz="1200" b="0" i="0" u="none" strike="noStrike" baseline="0" dirty="0" err="1"/>
              <a:t>Venkatasubramanian</a:t>
            </a:r>
            <a:r>
              <a:rPr lang="en-IN" sz="1200" b="0" i="0" u="none" strike="noStrike" baseline="0" dirty="0"/>
              <a:t>, and R. </a:t>
            </a:r>
            <a:r>
              <a:rPr lang="en-IN" sz="1200" b="0" i="0" u="none" strike="noStrike" baseline="0" dirty="0" err="1"/>
              <a:t>Rengaswamy</a:t>
            </a:r>
            <a:r>
              <a:rPr lang="en-IN" sz="1200" b="0" i="0" u="none" strike="noStrike" baseline="0" dirty="0"/>
              <a:t> (2004). A </a:t>
            </a:r>
            <a:r>
              <a:rPr lang="en-US" sz="1200" b="0" i="0" u="none" strike="noStrike" baseline="0" dirty="0"/>
              <a:t>novel interval-halving framework for automated identification of process trends. </a:t>
            </a:r>
            <a:r>
              <a:rPr lang="en-US" sz="1200" b="0" i="0" u="none" strike="noStrike" baseline="0" dirty="0" err="1"/>
              <a:t>AIChE</a:t>
            </a:r>
            <a:r>
              <a:rPr lang="en-US" sz="1200" b="0" i="0" u="none" strike="noStrike" baseline="0" dirty="0"/>
              <a:t> </a:t>
            </a:r>
            <a:r>
              <a:rPr lang="fr-FR" sz="1200" b="0" i="0" u="none" strike="noStrike" baseline="0" dirty="0"/>
              <a:t>Journal, 50(1), 149–162, </a:t>
            </a:r>
            <a:r>
              <a:rPr lang="fr-FR" sz="1200" b="0" i="0" u="none" strike="noStrike" baseline="0" dirty="0" err="1"/>
              <a:t>doi:https</a:t>
            </a:r>
            <a:r>
              <a:rPr lang="fr-FR" sz="1200" b="0" i="0" u="none" strike="noStrike" baseline="0" dirty="0"/>
              <a:t>://doi.org/10.1002/aic.10014.</a:t>
            </a:r>
            <a:endParaRPr lang="en-US" sz="1200" dirty="0"/>
          </a:p>
          <a:p>
            <a:pPr algn="l"/>
            <a:r>
              <a:rPr lang="en-US" sz="1200" dirty="0"/>
              <a:t>[3] </a:t>
            </a:r>
            <a:r>
              <a:rPr lang="en-US" sz="1200" b="0" i="0" u="none" strike="noStrike" baseline="0" dirty="0"/>
              <a:t>Antunes, M., H. Aguiar, and D. Gomes (2019). Al and s methods: Two extensions for l-method. Institute of Electrical and Electronics Engineers Inc. ISBN 9781728128887, </a:t>
            </a:r>
            <a:r>
              <a:rPr lang="en-IN" sz="1200" b="0" i="0" u="none" strike="noStrike" baseline="0" dirty="0"/>
              <a:t>doi:10.1109/FiCloud.2019.00061</a:t>
            </a:r>
          </a:p>
          <a:p>
            <a:pPr algn="l"/>
            <a:r>
              <a:rPr lang="en-IN" sz="1200" dirty="0"/>
              <a:t>[4] </a:t>
            </a:r>
            <a:r>
              <a:rPr lang="en-IN" sz="1200" b="0" i="0" u="none" strike="noStrike" baseline="0" dirty="0" err="1"/>
              <a:t>Rezatofighi</a:t>
            </a:r>
            <a:r>
              <a:rPr lang="en-IN" sz="1200" b="0" i="0" u="none" strike="noStrike" baseline="0" dirty="0"/>
              <a:t>, H., N. Tsoi, J. </a:t>
            </a:r>
            <a:r>
              <a:rPr lang="en-IN" sz="1200" b="0" i="0" u="none" strike="noStrike" baseline="0" dirty="0" err="1"/>
              <a:t>Gwak</a:t>
            </a:r>
            <a:r>
              <a:rPr lang="en-IN" sz="1200" b="0" i="0" u="none" strike="noStrike" baseline="0" dirty="0"/>
              <a:t>, A. </a:t>
            </a:r>
            <a:r>
              <a:rPr lang="en-IN" sz="1200" b="0" i="0" u="none" strike="noStrike" baseline="0" dirty="0" err="1"/>
              <a:t>Sadeghian</a:t>
            </a:r>
            <a:r>
              <a:rPr lang="en-IN" sz="1200" b="0" i="0" u="none" strike="noStrike" baseline="0" dirty="0"/>
              <a:t>, I. Reid, and S. Savarese (2019). </a:t>
            </a:r>
            <a:r>
              <a:rPr lang="en-US" sz="1200" b="0" i="0" u="none" strike="noStrike" baseline="0" dirty="0"/>
              <a:t>Generalized intersection over union: A metric and a loss for bounding box regression. </a:t>
            </a:r>
            <a:r>
              <a:rPr lang="en-IN" sz="1200" b="0" i="0" u="none" strike="noStrike" baseline="0" dirty="0"/>
              <a:t>volume 2019-June. IEEE Computer Society. ISBN 9781728132938. ISSN 10636919, doi:10.1109/CVPR.2019.00075.</a:t>
            </a:r>
            <a:r>
              <a:rPr lang="en-IN" sz="1200" dirty="0"/>
              <a:t> </a:t>
            </a:r>
          </a:p>
          <a:p>
            <a:pPr algn="l"/>
            <a:r>
              <a:rPr lang="en-IN" sz="1200" dirty="0"/>
              <a:t>[5] </a:t>
            </a:r>
            <a:r>
              <a:rPr lang="es-ES" sz="1200" b="0" i="0" u="none" strike="noStrike" baseline="0" dirty="0"/>
              <a:t>Tan, I. (). URL </a:t>
            </a:r>
            <a:r>
              <a:rPr lang="es-ES" sz="1200" b="0" i="0" u="none" strike="noStrike" baseline="0" dirty="0">
                <a:hlinkClick r:id="rId3"/>
              </a:rPr>
              <a:t>https://medium.com/supahands-techblog/</a:t>
            </a:r>
            <a:r>
              <a:rPr lang="en-IN" sz="1200" b="0" i="0" u="none" strike="noStrike" baseline="0" dirty="0">
                <a:hlinkClick r:id="rId3"/>
              </a:rPr>
              <a:t>measuring-labelling-quality-with-iou-and-f1-score-1717e29e492f</a:t>
            </a:r>
            <a:endParaRPr lang="en-IN" sz="1200" b="0" i="0" u="none" strike="noStrike" baseline="0" dirty="0"/>
          </a:p>
          <a:p>
            <a:pPr algn="l"/>
            <a:r>
              <a:rPr lang="en-IN" sz="1200" dirty="0"/>
              <a:t>[6] </a:t>
            </a:r>
            <a:r>
              <a:rPr lang="en-US" sz="1200" b="0" i="0" u="none" strike="noStrike" baseline="0" dirty="0" err="1"/>
              <a:t>Tensorflow</a:t>
            </a:r>
            <a:r>
              <a:rPr lang="en-US" sz="1200" b="0" i="0" u="none" strike="noStrike" baseline="0" dirty="0"/>
              <a:t> (). URL </a:t>
            </a:r>
            <a:r>
              <a:rPr lang="en-US" sz="1200" b="0" i="0" u="none" strike="noStrike" baseline="0" dirty="0">
                <a:hlinkClick r:id="rId4"/>
              </a:rPr>
              <a:t>https://www.tensorflow.org/api_docs/python/</a:t>
            </a:r>
            <a:r>
              <a:rPr lang="en-IN" sz="1200" b="0" i="0" u="none" strike="noStrike" baseline="0" dirty="0" err="1">
                <a:hlinkClick r:id="rId4"/>
              </a:rPr>
              <a:t>tf</a:t>
            </a:r>
            <a:r>
              <a:rPr lang="en-IN" sz="1200" b="0" i="0" u="none" strike="noStrike" baseline="0" dirty="0">
                <a:hlinkClick r:id="rId4"/>
              </a:rPr>
              <a:t>/</a:t>
            </a:r>
            <a:r>
              <a:rPr lang="en-IN" sz="1200" b="0" i="0" u="none" strike="noStrike" baseline="0" dirty="0" err="1">
                <a:hlinkClick r:id="rId4"/>
              </a:rPr>
              <a:t>keras</a:t>
            </a:r>
            <a:r>
              <a:rPr lang="en-IN" sz="1200" b="0" i="0" u="none" strike="noStrike" baseline="0" dirty="0">
                <a:hlinkClick r:id="rId4"/>
              </a:rPr>
              <a:t>/metrics/</a:t>
            </a:r>
            <a:r>
              <a:rPr lang="en-IN" sz="1200" b="0" i="0" u="none" strike="noStrike" baseline="0" dirty="0" err="1">
                <a:hlinkClick r:id="rId4"/>
              </a:rPr>
              <a:t>MeanIoU</a:t>
            </a:r>
            <a:endParaRPr lang="en-IN" sz="1200" b="0" i="0" u="none" strike="noStrike" baseline="0" dirty="0"/>
          </a:p>
          <a:p>
            <a:pPr algn="l"/>
            <a:r>
              <a:rPr lang="en-IN" sz="1200" dirty="0"/>
              <a:t>[7] </a:t>
            </a:r>
            <a:r>
              <a:rPr lang="en-US" sz="1200" b="0" i="0" u="none" strike="noStrike" baseline="0" dirty="0" err="1"/>
              <a:t>Chutani</a:t>
            </a:r>
            <a:r>
              <a:rPr lang="en-US" sz="1200" b="0" i="0" u="none" strike="noStrike" baseline="0" dirty="0"/>
              <a:t>, M., N. Rao, N. Nirmal Thyagu, and N. Gupte (2020). Characterizing the complexity of time series networks of dynamical systems: A simplicial approach. Chaos: An Interdisciplinary Journal of Nonlinear Science, 30(1), 013109, </a:t>
            </a:r>
            <a:r>
              <a:rPr lang="en-IN" sz="1200" b="0" i="0" u="none" strike="noStrike" baseline="0" dirty="0"/>
              <a:t>doi:10.1063/1.5100362.</a:t>
            </a: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A1520-6123-429E-BE3F-3E6C2691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5913-CA0D-4DAA-8FD1-E8367354827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04096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597</TotalTime>
  <Words>1246</Words>
  <Application>Microsoft Office PowerPoint</Application>
  <PresentationFormat>Widescreen</PresentationFormat>
  <Paragraphs>192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Calibri</vt:lpstr>
      <vt:lpstr>Calibri Light</vt:lpstr>
      <vt:lpstr>Cambria Math</vt:lpstr>
      <vt:lpstr>NimbusMonL-Regu</vt:lpstr>
      <vt:lpstr>NimbusRomNo9L-Medi</vt:lpstr>
      <vt:lpstr>NimbusRomNo9L-Regu</vt:lpstr>
      <vt:lpstr>Wingdings</vt:lpstr>
      <vt:lpstr>Retrospect</vt:lpstr>
      <vt:lpstr>Segmentation of Time Series Data from Aircraft Sensors</vt:lpstr>
      <vt:lpstr>Introduction</vt:lpstr>
      <vt:lpstr>Problem Statement</vt:lpstr>
      <vt:lpstr>Literature Survey</vt:lpstr>
      <vt:lpstr>Interval-Halving Algorithm</vt:lpstr>
      <vt:lpstr>Hyperparameter Tuning</vt:lpstr>
      <vt:lpstr>Hyperparameter Tuning</vt:lpstr>
      <vt:lpstr>Similarity Metric for Segmentation</vt:lpstr>
      <vt:lpstr>Similarity between Variables</vt:lpstr>
      <vt:lpstr>Detection of Lags</vt:lpstr>
      <vt:lpstr>Robustness to Noise</vt:lpstr>
      <vt:lpstr>Conclusions &amp; Future Work</vt:lpstr>
      <vt:lpstr>Conclusions &amp; Future 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Kashyapi</dc:creator>
  <cp:lastModifiedBy>Shubham Kashyapi</cp:lastModifiedBy>
  <cp:revision>13</cp:revision>
  <dcterms:created xsi:type="dcterms:W3CDTF">2021-06-28T04:48:54Z</dcterms:created>
  <dcterms:modified xsi:type="dcterms:W3CDTF">2021-06-29T15:19:26Z</dcterms:modified>
</cp:coreProperties>
</file>